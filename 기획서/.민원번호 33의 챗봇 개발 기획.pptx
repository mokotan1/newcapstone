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E5E65-31CC-4747-B969-EE6E3F36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F0CE74-B43C-48A2-A986-93DD16C2D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610FC-CE0A-4E63-A6AF-4E5B24C6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1D2278-91DD-476B-B75E-EA534555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99566-37DA-4ADB-9630-23D2DCB7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41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333B-3897-4E53-A4B6-037A6EBE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FDB21-97B9-4F3A-8A96-2FF37BC5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8C4BDA-2726-48A8-89A0-9653D17C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A29504-31FF-470B-8749-210836DA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695C2-1DBE-4E5E-9DAD-9575E6B0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1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28E58-CA82-4D48-A095-4A809C8A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6EB62A-5C52-40E4-B895-FEDC726B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78E56F-94A6-4541-A848-7ED8FE59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5CFAC6-5211-4A6A-8C3B-CF5BD122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934CC-1FD4-4B03-8916-024CF734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78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56262-375B-4D81-ADD6-E4A55BC2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B15EA-25C6-4199-AF26-4994B9207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C6E6D4-C853-456F-AE47-DBC8B7398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AE78A-45B0-4C78-B5A3-EFB4A36D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51607-2FB5-4EAD-BD00-22B0A7E1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F7032A-992F-4888-AC95-5B84F243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6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DFC63-A126-4530-8A85-E06C00CE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49DE95-0987-43C3-9BA9-332310EAB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74C0DF-4EB2-45A0-8959-3D00071C3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90F969-848B-4245-B59F-3D9147CED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DD8A99-FB6E-4B38-B81D-6B2F70E3B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8F3C1F-75BE-41C0-B134-5FB62E3F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B70630-EFE4-4A0B-921B-E5F8664F0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5F4452-E988-4B2D-88ED-86ED6012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16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B4988-9C4E-4005-9305-3FD1772E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B709E-950B-49AF-AADE-3B8DAD62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D28C0D-433A-4672-B146-118842C9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CB8ED6-16C7-4E98-A71B-6FB7E93B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79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7D5C68-9178-496D-A090-F43002F5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070D00-F7CF-4BDF-B9CB-8FCDC577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A7B18-23F4-4815-8A1B-0789EBF8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3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69ED7-D373-4980-AD6F-6D19F1E95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4A77C-E70C-4049-B463-36B26C0C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A587E6-A142-4D5C-B28C-8783A9D44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81212C-5032-4AA0-9C3D-4B07C069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62AE53-3C51-4D50-963F-0D6D2EF7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515B0D-A141-4CAB-8333-4FC66DCC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9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24F73-C793-437F-B465-803B8FB5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460D84-11F1-42DA-BD19-105BCC6D9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A41255-BA2E-4C2B-96D0-94627522F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D6695B-B376-47E0-AB11-13D6901E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BCF84B-DB8C-458F-815E-6FD1DBA1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DCCA3D-A38B-4744-A24D-EC5568E1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91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55BC3-2B2C-4A58-A9B5-9A4004C0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792B58-0118-4FFF-A36C-F1248AFC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38EFC-3F7B-4568-A281-7A3E10CB5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CCDE44-B617-4A23-9D56-1ED2F107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4AC490-7B55-4EE2-BD14-D3E8DAD7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30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1AA9FC-3251-4074-A603-14A6436FE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61A8FA-A012-4B42-873F-C957DFBF4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29507-61C2-4088-A5E4-FA56E068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7D9F1-BACA-409B-8F23-556D1DFD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83DCF-68F4-4D7B-892B-344A5963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05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D72CCD-D940-44B1-952C-ECBABF22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1FE66A-AC0C-4EE1-B3C7-B8D943FD9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31300E-95B4-4E67-859B-59673942D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97C08-45F6-44F6-A769-89681C0843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8C966-0EC2-4547-876E-5346312C1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FEDFF-63A4-4D90-835C-8CA2893C9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583-1FCF-4C01-8BB0-36F55B195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55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DE06-590C-46B4-A6FD-1D00B2F56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메인 시스템 기획서 </a:t>
            </a:r>
            <a:r>
              <a:rPr lang="en-US" altLang="ko-KR" sz="3200" dirty="0"/>
              <a:t>: AI NPC </a:t>
            </a:r>
            <a:r>
              <a:rPr lang="ko-KR" altLang="en-US" sz="3200" dirty="0"/>
              <a:t>연동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6C4A82-EFDA-4811-80FE-A77D6E238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김기석</a:t>
            </a:r>
          </a:p>
        </p:txBody>
      </p:sp>
    </p:spTree>
    <p:extLst>
      <p:ext uri="{BB962C8B-B14F-4D97-AF65-F5344CB8AC3E}">
        <p14:creationId xmlns:p14="http://schemas.microsoft.com/office/powerpoint/2010/main" val="236205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4E5ED-372C-4FDB-8250-4EE18B47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94C68-87FD-4081-B010-AC8D56FEC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 개요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문서의 목적 안내</a:t>
            </a:r>
            <a:endParaRPr lang="en-US" altLang="ko-KR" dirty="0"/>
          </a:p>
          <a:p>
            <a:r>
              <a:rPr lang="ko-KR" altLang="en-US" dirty="0"/>
              <a:t>시스템 설계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메인 시스템인 </a:t>
            </a:r>
            <a:r>
              <a:rPr lang="en-US" altLang="ko-KR" dirty="0"/>
              <a:t>ai</a:t>
            </a:r>
            <a:r>
              <a:rPr lang="ko-KR" altLang="en-US" dirty="0"/>
              <a:t> </a:t>
            </a:r>
            <a:r>
              <a:rPr lang="ko-KR" altLang="en-US" dirty="0" err="1"/>
              <a:t>챗봇과</a:t>
            </a:r>
            <a:r>
              <a:rPr lang="ko-KR" altLang="en-US" dirty="0"/>
              <a:t> 오브젝트의 상호작용</a:t>
            </a:r>
          </a:p>
        </p:txBody>
      </p:sp>
    </p:spTree>
    <p:extLst>
      <p:ext uri="{BB962C8B-B14F-4D97-AF65-F5344CB8AC3E}">
        <p14:creationId xmlns:p14="http://schemas.microsoft.com/office/powerpoint/2010/main" val="335189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FCC84-AD14-46C0-ACE5-04F1F365C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 </a:t>
            </a:r>
            <a:r>
              <a:rPr lang="en-US" altLang="ko-KR" dirty="0"/>
              <a:t>(Overview)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B89B2-F462-486C-9954-953E16E1B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문서의 목적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개발팀의 메인 시스템 설계에 있어 설계의 기준이 되기 위함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개발 엔진 </a:t>
            </a:r>
            <a:r>
              <a:rPr lang="en-US" altLang="ko-KR" dirty="0"/>
              <a:t>: </a:t>
            </a:r>
            <a:r>
              <a:rPr lang="ko-KR" altLang="en-US" dirty="0"/>
              <a:t>유니티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대화 이벤트 시스템 </a:t>
            </a:r>
            <a:r>
              <a:rPr lang="en-US" altLang="ko-KR" dirty="0"/>
              <a:t>: fungus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AI</a:t>
            </a:r>
            <a:r>
              <a:rPr lang="ko-KR" altLang="en-US" dirty="0"/>
              <a:t>모델 </a:t>
            </a:r>
            <a:r>
              <a:rPr lang="en-US" altLang="ko-KR" dirty="0"/>
              <a:t>: Open AI GPT API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주요 개발 언어 </a:t>
            </a:r>
            <a:r>
              <a:rPr lang="en-US" altLang="ko-KR" dirty="0"/>
              <a:t>: C#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680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E33B4-C632-48DF-BE4B-008BAE97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2B66ED-3BCF-4EE3-9581-D00C692FE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동적 대화 생성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미리 작성된 대화가 아닌 </a:t>
            </a:r>
            <a:r>
              <a:rPr lang="en-US" altLang="ko-KR" dirty="0"/>
              <a:t>ai</a:t>
            </a:r>
            <a:r>
              <a:rPr lang="ko-KR" altLang="en-US" dirty="0"/>
              <a:t>와의 동적인 대화를 통해 </a:t>
            </a:r>
            <a:r>
              <a:rPr lang="en-US" altLang="ko-KR" dirty="0"/>
              <a:t>Chat GPT API</a:t>
            </a:r>
            <a:r>
              <a:rPr lang="ko-KR" altLang="en-US" dirty="0"/>
              <a:t>를 실시간으로 호출하여 좀 더 </a:t>
            </a:r>
            <a:r>
              <a:rPr lang="en-US" altLang="ko-KR" dirty="0"/>
              <a:t>NPC</a:t>
            </a:r>
            <a:r>
              <a:rPr lang="ko-KR" altLang="en-US" dirty="0"/>
              <a:t>의 대화를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유저의 예측 불허한 대답에 좀 더 유연하게 대처 가능한 </a:t>
            </a:r>
            <a:r>
              <a:rPr lang="en-US" altLang="ko-KR" dirty="0"/>
              <a:t>NPC</a:t>
            </a:r>
            <a:r>
              <a:rPr lang="ko-KR" altLang="en-US" dirty="0"/>
              <a:t>를 만드는 것이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0381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D8AC8-9ACE-4F86-982F-B5377E0C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CC5C6-CA04-4DB1-ACBD-E707AB439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상황 인지형 </a:t>
            </a:r>
            <a:r>
              <a:rPr lang="en-US" altLang="ko-KR" dirty="0"/>
              <a:t>AI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NPC</a:t>
            </a:r>
            <a:r>
              <a:rPr lang="ko-KR" altLang="en-US" dirty="0"/>
              <a:t>는 자신이 처한 상황과 장소에 따라 다른 말과 행동을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씬 별 스크립트 분리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각 장소 예를 들어 주방이나 매인 홀과 같은 장소에서 </a:t>
            </a:r>
            <a:r>
              <a:rPr lang="en-US" altLang="ko-KR" dirty="0"/>
              <a:t>bool</a:t>
            </a:r>
            <a:r>
              <a:rPr lang="ko-KR" altLang="en-US" dirty="0"/>
              <a:t>값 </a:t>
            </a:r>
            <a:r>
              <a:rPr lang="ko-KR" altLang="en-US" dirty="0" err="1"/>
              <a:t>플레그를</a:t>
            </a:r>
            <a:r>
              <a:rPr lang="ko-KR" altLang="en-US" dirty="0"/>
              <a:t> 만들거나 유저가 어떠한 행동을 했을 경우 플래그를 만들어 주고 그 </a:t>
            </a:r>
            <a:r>
              <a:rPr lang="ko-KR" altLang="en-US" dirty="0" err="1"/>
              <a:t>플레그에</a:t>
            </a:r>
            <a:r>
              <a:rPr lang="ko-KR" altLang="en-US" dirty="0"/>
              <a:t> 따라 </a:t>
            </a:r>
            <a:r>
              <a:rPr lang="en-US" altLang="ko-KR" dirty="0"/>
              <a:t>ai</a:t>
            </a:r>
            <a:r>
              <a:rPr lang="ko-KR" altLang="en-US" dirty="0"/>
              <a:t>의 </a:t>
            </a:r>
            <a:r>
              <a:rPr lang="ko-KR" altLang="en-US" dirty="0" err="1"/>
              <a:t>프롬프팅</a:t>
            </a:r>
            <a:r>
              <a:rPr lang="ko-KR" altLang="en-US" dirty="0"/>
              <a:t> 달리 하여 </a:t>
            </a:r>
            <a:r>
              <a:rPr lang="en-US" altLang="ko-KR" dirty="0"/>
              <a:t>ai</a:t>
            </a:r>
            <a:r>
              <a:rPr lang="ko-KR" altLang="en-US" dirty="0"/>
              <a:t>의 행동을 제한한다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16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0296A-6CBF-4D74-B0F6-5BB693D6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C547B-CB83-4BAC-884F-1E35B65B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상황 인지형 </a:t>
            </a:r>
            <a:r>
              <a:rPr lang="en-US" altLang="ko-KR" dirty="0"/>
              <a:t>ai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외부 </a:t>
            </a:r>
            <a:r>
              <a:rPr lang="ko-KR" altLang="en-US" dirty="0" err="1"/>
              <a:t>프롬프팅</a:t>
            </a:r>
            <a:r>
              <a:rPr lang="ko-KR" altLang="en-US" dirty="0"/>
              <a:t> 파일 </a:t>
            </a:r>
            <a:r>
              <a:rPr lang="en-US" altLang="ko-KR" dirty="0"/>
              <a:t>: </a:t>
            </a:r>
            <a:r>
              <a:rPr lang="ko-KR" altLang="en-US" dirty="0"/>
              <a:t>기본적인 </a:t>
            </a:r>
            <a:r>
              <a:rPr lang="en-US" altLang="ko-KR" dirty="0"/>
              <a:t>ai</a:t>
            </a:r>
            <a:r>
              <a:rPr lang="ko-KR" altLang="en-US" dirty="0"/>
              <a:t>의 페르소나</a:t>
            </a:r>
            <a:r>
              <a:rPr lang="en-US" altLang="ko-KR" dirty="0"/>
              <a:t>,</a:t>
            </a:r>
            <a:r>
              <a:rPr lang="ko-KR" altLang="en-US" dirty="0"/>
              <a:t> 역할</a:t>
            </a:r>
            <a:r>
              <a:rPr lang="en-US" altLang="ko-KR" dirty="0"/>
              <a:t>, </a:t>
            </a:r>
            <a:r>
              <a:rPr lang="ko-KR" altLang="en-US" dirty="0"/>
              <a:t>지시사항들을 텍스트 파일로 관리</a:t>
            </a:r>
            <a:r>
              <a:rPr lang="en-US" altLang="ko-KR" dirty="0"/>
              <a:t>. </a:t>
            </a:r>
            <a:r>
              <a:rPr lang="ko-KR" altLang="en-US" dirty="0" err="1"/>
              <a:t>이로인해</a:t>
            </a:r>
            <a:r>
              <a:rPr lang="ko-KR" altLang="en-US" dirty="0"/>
              <a:t> 코드의 수정 없이 </a:t>
            </a:r>
            <a:r>
              <a:rPr lang="en-US" altLang="ko-KR" dirty="0"/>
              <a:t>ai</a:t>
            </a:r>
            <a:r>
              <a:rPr lang="ko-KR" altLang="en-US" dirty="0"/>
              <a:t>의 성격이나 </a:t>
            </a:r>
            <a:r>
              <a:rPr lang="en-US" altLang="ko-KR" dirty="0"/>
              <a:t>ai</a:t>
            </a:r>
            <a:r>
              <a:rPr lang="ko-KR" altLang="en-US" dirty="0"/>
              <a:t>에게 주는 지시사항 등을 자유롭게 변경 가능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34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0296A-6CBF-4D74-B0F6-5BB693D6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C547B-CB83-4BAC-884F-1E35B65B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/>
              <a:t>게임 이벤트 연동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Fungus </a:t>
            </a:r>
            <a:r>
              <a:rPr lang="ko-KR" altLang="en-US" dirty="0"/>
              <a:t>변수 연동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Fungus </a:t>
            </a:r>
            <a:r>
              <a:rPr lang="ko-KR" altLang="en-US" dirty="0"/>
              <a:t>에서 선언한 글로벌 </a:t>
            </a:r>
            <a:r>
              <a:rPr lang="en-US" altLang="ko-KR" dirty="0"/>
              <a:t>bool </a:t>
            </a:r>
            <a:r>
              <a:rPr lang="ko-KR" altLang="en-US" dirty="0"/>
              <a:t>변수를 </a:t>
            </a:r>
            <a:r>
              <a:rPr lang="en-US" altLang="ko-KR" dirty="0" err="1"/>
              <a:t>c#</a:t>
            </a:r>
            <a:r>
              <a:rPr lang="en-US" altLang="ko-KR" dirty="0"/>
              <a:t> </a:t>
            </a:r>
            <a:r>
              <a:rPr lang="ko-KR" altLang="en-US" dirty="0"/>
              <a:t>스크립트가 실시간으로 확인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true</a:t>
            </a:r>
            <a:r>
              <a:rPr lang="ko-KR" altLang="en-US" dirty="0"/>
              <a:t>가 되면 </a:t>
            </a:r>
            <a:r>
              <a:rPr lang="en-US" altLang="ko-KR" dirty="0" err="1"/>
              <a:t>api</a:t>
            </a:r>
            <a:r>
              <a:rPr lang="ko-KR" altLang="en-US" dirty="0"/>
              <a:t>를 요청하기 전에 특별한 지시를 프롬프트에 삽입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[EX]</a:t>
            </a:r>
          </a:p>
          <a:p>
            <a:pPr marL="0" indent="0">
              <a:buNone/>
            </a:pPr>
            <a:r>
              <a:rPr lang="en-US" altLang="ko-KR" dirty="0" err="1"/>
              <a:t>giveFood</a:t>
            </a:r>
            <a:r>
              <a:rPr lang="ko-KR" altLang="en-US" dirty="0"/>
              <a:t> 라는 변수가 </a:t>
            </a:r>
            <a:r>
              <a:rPr lang="en-US" altLang="ko-KR" dirty="0"/>
              <a:t>true</a:t>
            </a:r>
            <a:r>
              <a:rPr lang="ko-KR" altLang="en-US" dirty="0"/>
              <a:t>가 되면 </a:t>
            </a:r>
            <a:r>
              <a:rPr lang="en-US" altLang="ko-KR" dirty="0"/>
              <a:t>“</a:t>
            </a:r>
            <a:r>
              <a:rPr lang="ko-KR" altLang="en-US" dirty="0"/>
              <a:t>카레에 대한 수수께끼를 내주세요</a:t>
            </a:r>
            <a:r>
              <a:rPr lang="en-US" altLang="ko-KR" dirty="0"/>
              <a:t>”</a:t>
            </a:r>
            <a:r>
              <a:rPr lang="ko-KR" altLang="en-US" dirty="0"/>
              <a:t> 라는 지시를 프롬프트에 삽입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노란색 향신료와 같은 수수께끼 같은 답변 생성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456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0296A-6CBF-4D74-B0F6-5BB693D6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C547B-CB83-4BAC-884F-1E35B65B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플레이어와의 연동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플레이어의 직접 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inputField</a:t>
            </a:r>
            <a:r>
              <a:rPr lang="ko-KR" altLang="en-US" dirty="0"/>
              <a:t>와 </a:t>
            </a:r>
            <a:r>
              <a:rPr lang="en-US" altLang="ko-KR" dirty="0"/>
              <a:t>Button</a:t>
            </a:r>
            <a:r>
              <a:rPr lang="ko-KR" altLang="en-US" dirty="0"/>
              <a:t>을 사용하여 플레이어가 </a:t>
            </a:r>
            <a:r>
              <a:rPr lang="en-US" altLang="ko-KR" dirty="0"/>
              <a:t>AI</a:t>
            </a:r>
            <a:r>
              <a:rPr lang="ko-KR" altLang="en-US" dirty="0"/>
              <a:t>에게 질문을 하거나 대화를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[EX]</a:t>
            </a:r>
          </a:p>
          <a:p>
            <a:pPr marL="0" indent="0">
              <a:buNone/>
            </a:pPr>
            <a:r>
              <a:rPr lang="ko-KR" altLang="en-US" dirty="0"/>
              <a:t>플레이어가 </a:t>
            </a:r>
            <a:r>
              <a:rPr lang="en-US" altLang="ko-KR" dirty="0"/>
              <a:t>“</a:t>
            </a:r>
            <a:r>
              <a:rPr lang="ko-KR" altLang="en-US" dirty="0"/>
              <a:t>안녕</a:t>
            </a:r>
            <a:r>
              <a:rPr lang="en-US" altLang="ko-KR" dirty="0"/>
              <a:t>” </a:t>
            </a:r>
            <a:r>
              <a:rPr lang="ko-KR" altLang="en-US" dirty="0"/>
              <a:t>이라고 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-&gt;Ai</a:t>
            </a:r>
            <a:r>
              <a:rPr lang="ko-KR" altLang="en-US" dirty="0"/>
              <a:t>는 나는 밤에 </a:t>
            </a:r>
            <a:r>
              <a:rPr lang="ko-KR" altLang="en-US" dirty="0" err="1"/>
              <a:t>숨는자</a:t>
            </a:r>
            <a:r>
              <a:rPr lang="ko-KR" altLang="en-US" dirty="0"/>
              <a:t> 와 같은 자신이 누구인지 수수께끼로 대답</a:t>
            </a:r>
          </a:p>
        </p:txBody>
      </p:sp>
    </p:spTree>
    <p:extLst>
      <p:ext uri="{BB962C8B-B14F-4D97-AF65-F5344CB8AC3E}">
        <p14:creationId xmlns:p14="http://schemas.microsoft.com/office/powerpoint/2010/main" val="3039187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293</Words>
  <Application>Microsoft Office PowerPoint</Application>
  <PresentationFormat>와이드스크린</PresentationFormat>
  <Paragraphs>53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메인 시스템 기획서 : AI NPC 연동 시스템</vt:lpstr>
      <vt:lpstr>목차</vt:lpstr>
      <vt:lpstr>개요 (Overview) </vt:lpstr>
      <vt:lpstr>핵심 기능</vt:lpstr>
      <vt:lpstr>핵심 기능</vt:lpstr>
      <vt:lpstr>핵심 기능</vt:lpstr>
      <vt:lpstr>핵심 기능</vt:lpstr>
      <vt:lpstr>핵심 기능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메인 시스템 기획</dc:title>
  <dc:creator>user</dc:creator>
  <cp:lastModifiedBy>user</cp:lastModifiedBy>
  <cp:revision>5</cp:revision>
  <dcterms:created xsi:type="dcterms:W3CDTF">2025-10-01T03:46:51Z</dcterms:created>
  <dcterms:modified xsi:type="dcterms:W3CDTF">2025-10-01T05:38:09Z</dcterms:modified>
</cp:coreProperties>
</file>