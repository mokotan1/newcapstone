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6" r:id="rId4"/>
    <p:sldId id="258" r:id="rId5"/>
    <p:sldId id="260" r:id="rId6"/>
    <p:sldId id="262" r:id="rId7"/>
    <p:sldId id="261" r:id="rId8"/>
    <p:sldId id="267" r:id="rId9"/>
    <p:sldId id="263" r:id="rId10"/>
    <p:sldId id="265" r:id="rId11"/>
    <p:sldId id="269" r:id="rId12"/>
    <p:sldId id="271" r:id="rId13"/>
    <p:sldId id="270" r:id="rId14"/>
    <p:sldId id="268" r:id="rId1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7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96923D-2AB6-430A-90A3-F490968E52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5028282-2E38-4764-A84A-0E1EE40C55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DFE298C-D567-46A3-AF23-96047686E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A861B-BBF0-4E9D-83EB-CA452E10C33B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B64A907-E4D5-4B86-A592-97A61937A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90713BB-EE32-4507-BF30-35CE6D1861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121EE7-FFC7-4397-B187-9F7039431A1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8463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16055A-E998-4343-8D36-E24C0820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44104C1-5C0F-429C-9DAC-B9FACDBD21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2BC27C-A3D6-433A-9412-323BC0FD4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A861B-BBF0-4E9D-83EB-CA452E10C33B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40DB432-428D-453F-B3FA-9396CE45F9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2A94A0E-B355-4958-A66B-4F81754C3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121EE7-FFC7-4397-B187-9F7039431A1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27314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225298-5E8E-4FCB-90A7-57B8309AC6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FF00C3C-84B9-4FA0-8872-4B02F85D8A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0A92847-C4D1-4B0A-9BDF-9F50130B6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A861B-BBF0-4E9D-83EB-CA452E10C33B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D7C139D-87EC-4547-B9A1-1BC99417CE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553695F-DADE-4154-88DC-8129D042D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121EE7-FFC7-4397-B187-9F7039431A1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77465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1A1653-AA1B-43FD-9AE9-9E0BFF5C3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259502-2182-4D06-9919-993B1ACEE0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FAB0ECB-9BFC-4050-90F4-30C0BE66C5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281CC7C-6A40-43F8-BB89-CF7D01AE4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A861B-BBF0-4E9D-83EB-CA452E10C33B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F1A055D-C637-47DC-9298-55520FD39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94B6D20-4E96-4D2D-9A46-C9D7E3133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121EE7-FFC7-4397-B187-9F7039431A1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91722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322F92-A1B9-4305-A671-3307EBBB4A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A574ED6-305B-4305-A937-31C0192C8B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930D4B1-6DC3-40FB-83D2-ECE667B3EE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9CE63EC-398A-4BE8-A60F-B66554080B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427D97B-46B5-4DC2-AAFC-15CBCCFBC5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615F388-C958-4E39-8521-FF955346D2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A861B-BBF0-4E9D-83EB-CA452E10C33B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DCAA132-46DE-42E3-9B70-C9BE42BCE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EFAA2BA-DE76-4D68-A2E6-8971884C4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121EE7-FFC7-4397-B187-9F7039431A1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48519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2A070F-65A1-4BDA-9D15-37919F0DF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A603706-D466-4168-878B-3652B62518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A861B-BBF0-4E9D-83EB-CA452E10C33B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1F7B01-636D-4AD7-86FA-2061A224D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2126D3A-F873-41E7-969E-845531921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121EE7-FFC7-4397-B187-9F7039431A1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4132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63FFDA8-A8E1-4807-9C04-6851FCFFDE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A861B-BBF0-4E9D-83EB-CA452E10C33B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6DB56AB-E9D2-49B3-8923-288DE6E0C2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841D1B-B576-48C3-8D49-C1003F62E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121EE7-FFC7-4397-B187-9F7039431A1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1257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1D0F5A-383E-4692-975C-8020515E12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6D69C3-81CC-482D-A49C-139975E55D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E4A9D1C-13D5-4876-89E2-4FA0D03E2F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F7C540D-40E4-4912-9406-5F12617CA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A861B-BBF0-4E9D-83EB-CA452E10C33B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DC6433F-2C1E-49DD-9486-59F0D5088B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A2B9271-C8C2-4911-9407-C42E1CC7A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121EE7-FFC7-4397-B187-9F7039431A1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57722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CA5D4B-C79F-4110-B63B-E43C8D0179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6EC52D1-0745-48C6-A79D-FD49A3949B1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8AD11BE-E3E0-4150-B151-AE3B4B4A92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38D8DB0-DE0E-4517-BD6F-1239D146F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A861B-BBF0-4E9D-83EB-CA452E10C33B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FF93936-9992-4183-A6C2-E46824145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9AD2818-B8F8-4E3C-A6B5-D9E8C315C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121EE7-FFC7-4397-B187-9F7039431A1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2771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EFB82A-75C8-41D8-8098-67E4F76AE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D062D6E-08F4-4B09-ACE7-3279F43462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EE14CFF-5D96-4F54-AB3E-0413503BD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A861B-BBF0-4E9D-83EB-CA452E10C33B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B4F47CA-354C-47BA-8998-4D25A0918A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6C5918-550D-43F5-959C-1D8FA76F3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121EE7-FFC7-4397-B187-9F7039431A1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52343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D615A91-96A4-4966-A42B-CBCDD39A3E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678C82C-010B-413C-9087-196A152189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7AD30F-486B-46DC-A383-0175A8708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A861B-BBF0-4E9D-83EB-CA452E10C33B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BB181C-FD41-4C2C-8209-08D6F5A44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EA9BDAB-7771-4DDA-8EC4-8334D58BA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121EE7-FFC7-4397-B187-9F7039431A1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16834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43D89931-8814-4CF7-9380-42A9606DD9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7EDB822-BBD9-42EB-A13E-67D1EFE508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DA56815-E53F-425D-B125-DADD11282C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4A861B-BBF0-4E9D-83EB-CA452E10C33B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A6973A2-13DE-4DE9-83C9-5A4EF6CCD9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238A28A-12CC-4F32-AEF7-2F6A260DF0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121EE7-FFC7-4397-B187-9F7039431A1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26235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98FA63-FFAF-4F69-AED8-2B7DC94830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현재 플로우 </a:t>
            </a:r>
            <a:r>
              <a:rPr lang="ko-KR" altLang="en-US" dirty="0" err="1"/>
              <a:t>직관성</a:t>
            </a:r>
            <a:r>
              <a:rPr lang="ko-KR" altLang="en-US" dirty="0"/>
              <a:t> </a:t>
            </a:r>
            <a:r>
              <a:rPr lang="en-US" altLang="ko-KR" dirty="0"/>
              <a:t>+ </a:t>
            </a:r>
            <a:r>
              <a:rPr lang="ko-KR" altLang="en-US" dirty="0"/>
              <a:t>맵 제작</a:t>
            </a:r>
          </a:p>
        </p:txBody>
      </p:sp>
    </p:spTree>
    <p:extLst>
      <p:ext uri="{BB962C8B-B14F-4D97-AF65-F5344CB8AC3E}">
        <p14:creationId xmlns:p14="http://schemas.microsoft.com/office/powerpoint/2010/main" val="11675853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C5EB99-E3DA-46BF-9406-BE4AC1C48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플로우 </a:t>
            </a:r>
            <a:r>
              <a:rPr lang="ko-KR" altLang="en-US" dirty="0" err="1"/>
              <a:t>직관성</a:t>
            </a:r>
            <a:r>
              <a:rPr lang="ko-KR" altLang="en-US" dirty="0"/>
              <a:t> 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8EB9C6-F307-41B3-9AF2-5A062E3A3E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화면의 전체 </a:t>
            </a:r>
            <a:r>
              <a:rPr lang="en-US" altLang="ko-KR" dirty="0"/>
              <a:t>VIGNNET </a:t>
            </a:r>
            <a:r>
              <a:rPr lang="ko-KR" altLang="en-US" dirty="0"/>
              <a:t>값을 조금 높여서 화면 밝기 올려야 함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-&gt;</a:t>
            </a:r>
            <a:r>
              <a:rPr lang="ko-KR" altLang="en-US" dirty="0"/>
              <a:t>공모전 당시 화면이 너무 어두워서 플레이어가 길을 찾지 못하는 상황 발생 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유니티 안에 </a:t>
            </a:r>
            <a:r>
              <a:rPr lang="ko-KR" altLang="en-US" dirty="0" err="1"/>
              <a:t>에셋</a:t>
            </a:r>
            <a:r>
              <a:rPr lang="ko-KR" altLang="en-US" dirty="0"/>
              <a:t> 넣어뒀음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-&gt; </a:t>
            </a:r>
            <a:r>
              <a:rPr lang="ko-KR" altLang="en-US" dirty="0"/>
              <a:t>클릭으로 진행하다 보니</a:t>
            </a:r>
            <a:r>
              <a:rPr lang="en-US" altLang="ko-KR" dirty="0"/>
              <a:t> TAB</a:t>
            </a:r>
            <a:r>
              <a:rPr lang="ko-KR" altLang="en-US" dirty="0"/>
              <a:t>을 누르지 않아 인벤토리가 있다는 것을 인지하지 못함 그래서 넣어둔 </a:t>
            </a:r>
            <a:r>
              <a:rPr lang="ko-KR" altLang="en-US" dirty="0" err="1"/>
              <a:t>에셋</a:t>
            </a:r>
            <a:r>
              <a:rPr lang="ko-KR" altLang="en-US" dirty="0"/>
              <a:t> 중 </a:t>
            </a:r>
            <a:r>
              <a:rPr lang="en-US" altLang="ko-KR" dirty="0"/>
              <a:t>TAB</a:t>
            </a:r>
            <a:r>
              <a:rPr lang="ko-KR" altLang="en-US" dirty="0"/>
              <a:t>을 가운데 아래에 넣어</a:t>
            </a:r>
            <a:r>
              <a:rPr lang="en-US" altLang="ko-KR" dirty="0"/>
              <a:t>(</a:t>
            </a:r>
            <a:r>
              <a:rPr lang="ko-KR" altLang="en-US" dirty="0"/>
              <a:t>클릭 처리 </a:t>
            </a:r>
            <a:r>
              <a:rPr lang="en-US" altLang="ko-KR" dirty="0"/>
              <a:t>-&gt; </a:t>
            </a:r>
            <a:r>
              <a:rPr lang="ko-KR" altLang="en-US" dirty="0"/>
              <a:t>클릭 했을 경우 인벤토리 올라오도록</a:t>
            </a:r>
            <a:r>
              <a:rPr lang="en-US" altLang="ko-KR" dirty="0"/>
              <a:t>-&gt; </a:t>
            </a:r>
            <a:r>
              <a:rPr lang="ko-KR" altLang="en-US" dirty="0"/>
              <a:t>클릭 한 번 더 했을 경우 인벤토리 내려오게</a:t>
            </a:r>
            <a:r>
              <a:rPr lang="en-US" altLang="ko-KR" dirty="0"/>
              <a:t>) </a:t>
            </a:r>
            <a:r>
              <a:rPr lang="ko-KR" altLang="en-US" dirty="0"/>
              <a:t>인식할 수 있도록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551090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C5EB99-E3DA-46BF-9406-BE4AC1C48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플로우 </a:t>
            </a:r>
            <a:r>
              <a:rPr lang="ko-KR" altLang="en-US" dirty="0" err="1"/>
              <a:t>직관성</a:t>
            </a:r>
            <a:r>
              <a:rPr lang="ko-KR" altLang="en-US" dirty="0"/>
              <a:t> 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8EB9C6-F307-41B3-9AF2-5A062E3A3E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/>
              <a:t>TAB </a:t>
            </a:r>
            <a:r>
              <a:rPr lang="ko-KR" altLang="en-US" dirty="0"/>
              <a:t>표시의 경우 인벤토리가 올라왔을 때 같이 올라오고 같이 내려가도록 만들어야 함 그래픽은 </a:t>
            </a:r>
            <a:r>
              <a:rPr lang="ko-KR" altLang="en-US" dirty="0" err="1"/>
              <a:t>솔리드</a:t>
            </a:r>
            <a:r>
              <a:rPr lang="ko-KR" altLang="en-US" dirty="0"/>
              <a:t> </a:t>
            </a:r>
            <a:r>
              <a:rPr lang="en-US" altLang="ko-KR" dirty="0"/>
              <a:t>x </a:t>
            </a:r>
            <a:r>
              <a:rPr lang="ko-KR" altLang="en-US" dirty="0"/>
              <a:t>아웃라인 </a:t>
            </a:r>
            <a:r>
              <a:rPr lang="en-US" altLang="ko-KR" dirty="0"/>
              <a:t>o</a:t>
            </a:r>
            <a:r>
              <a:rPr lang="ko-KR" altLang="en-US" dirty="0"/>
              <a:t> </a:t>
            </a:r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42809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C5EB99-E3DA-46BF-9406-BE4AC1C48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플로우 </a:t>
            </a:r>
            <a:r>
              <a:rPr lang="ko-KR" altLang="en-US" dirty="0" err="1"/>
              <a:t>직관성</a:t>
            </a:r>
            <a:r>
              <a:rPr lang="ko-KR" altLang="en-US" dirty="0"/>
              <a:t> 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8EB9C6-F307-41B3-9AF2-5A062E3A3E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다용도 실로 가는 문에 화살표 필요 문을 찾지 못하는 사람 많았음 </a:t>
            </a:r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696219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C5EB99-E3DA-46BF-9406-BE4AC1C48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 구현 방식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8EB9C6-F307-41B3-9AF2-5A062E3A3E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70714" cy="4351338"/>
          </a:xfrm>
        </p:spPr>
        <p:txBody>
          <a:bodyPr/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5F81E36-45FA-455A-ACBF-33482CEFAE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520" y="2006405"/>
            <a:ext cx="5448301" cy="378207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84DBA01-033E-45CE-B7BE-9391F6274562}"/>
              </a:ext>
            </a:extLst>
          </p:cNvPr>
          <p:cNvSpPr txBox="1"/>
          <p:nvPr/>
        </p:nvSpPr>
        <p:spPr>
          <a:xfrm>
            <a:off x="5143500" y="2006405"/>
            <a:ext cx="5510893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</a:t>
            </a:r>
            <a:r>
              <a:rPr lang="ko-KR" altLang="en-US" dirty="0"/>
              <a:t>화살표를 누르면 </a:t>
            </a:r>
            <a:r>
              <a:rPr lang="en-US" altLang="ko-KR" dirty="0"/>
              <a:t>1</a:t>
            </a:r>
            <a:r>
              <a:rPr lang="ko-KR" altLang="en-US" dirty="0"/>
              <a:t>층 </a:t>
            </a:r>
            <a:r>
              <a:rPr lang="ko-KR" altLang="en-US" dirty="0" err="1"/>
              <a:t>맵과</a:t>
            </a:r>
            <a:r>
              <a:rPr lang="ko-KR" altLang="en-US" dirty="0"/>
              <a:t> </a:t>
            </a:r>
            <a:r>
              <a:rPr lang="en-US" altLang="ko-KR" dirty="0"/>
              <a:t>2</a:t>
            </a:r>
            <a:r>
              <a:rPr lang="ko-KR" altLang="en-US" dirty="0"/>
              <a:t>층 </a:t>
            </a:r>
            <a:r>
              <a:rPr lang="ko-KR" altLang="en-US" dirty="0" err="1"/>
              <a:t>맵을</a:t>
            </a:r>
            <a:r>
              <a:rPr lang="ko-KR" altLang="en-US" dirty="0"/>
              <a:t> 바꿔서 출력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-</a:t>
            </a:r>
            <a:r>
              <a:rPr lang="ko-KR" altLang="en-US" dirty="0"/>
              <a:t>아직 가지 않았거나 문을 열지 않았다면 잠금 장치를 건 것 처럼 만들기</a:t>
            </a:r>
            <a:r>
              <a:rPr lang="en-US" altLang="ko-KR" dirty="0"/>
              <a:t> + </a:t>
            </a:r>
            <a:r>
              <a:rPr lang="ko-KR" altLang="en-US" dirty="0"/>
              <a:t>클릭 처리 </a:t>
            </a:r>
            <a:r>
              <a:rPr lang="en-US" altLang="ko-KR" dirty="0"/>
              <a:t>OFF</a:t>
            </a:r>
          </a:p>
          <a:p>
            <a:endParaRPr lang="en-US" altLang="ko-KR" dirty="0"/>
          </a:p>
          <a:p>
            <a:r>
              <a:rPr lang="en-US" altLang="ko-KR" dirty="0"/>
              <a:t>-</a:t>
            </a:r>
            <a:r>
              <a:rPr lang="ko-KR" altLang="en-US" dirty="0"/>
              <a:t>그 방에서 찾지 못한 물건이 있거나 상호작용 하지 않은 물건이 있다면 아이템에 </a:t>
            </a:r>
            <a:r>
              <a:rPr lang="ko-KR" altLang="en-US" dirty="0" err="1"/>
              <a:t>붙여둔</a:t>
            </a:r>
            <a:r>
              <a:rPr lang="ko-KR" altLang="en-US" dirty="0"/>
              <a:t> 것처럼 </a:t>
            </a:r>
            <a:r>
              <a:rPr lang="ko-KR" altLang="en-US" dirty="0" err="1"/>
              <a:t>별모양</a:t>
            </a:r>
            <a:r>
              <a:rPr lang="ko-KR" altLang="en-US" dirty="0"/>
              <a:t> </a:t>
            </a:r>
            <a:r>
              <a:rPr lang="ko-KR" altLang="en-US" dirty="0" err="1"/>
              <a:t>붙여두기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-</a:t>
            </a:r>
            <a:r>
              <a:rPr lang="ko-KR" altLang="en-US" dirty="0"/>
              <a:t>한 번 간 방은 </a:t>
            </a:r>
            <a:r>
              <a:rPr lang="ko-KR" altLang="en-US" dirty="0" err="1"/>
              <a:t>맵에서</a:t>
            </a:r>
            <a:r>
              <a:rPr lang="ko-KR" altLang="en-US" dirty="0"/>
              <a:t> 클릭 했을 경우 바로 갈 수 있도록 한다</a:t>
            </a:r>
            <a:r>
              <a:rPr lang="en-US" altLang="ko-KR" dirty="0"/>
              <a:t>. </a:t>
            </a:r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r>
              <a:rPr lang="en-US" altLang="ko-KR" dirty="0"/>
              <a:t>-</a:t>
            </a:r>
            <a:r>
              <a:rPr lang="ko-KR" altLang="en-US" dirty="0"/>
              <a:t>기본적으로 </a:t>
            </a:r>
            <a:r>
              <a:rPr lang="ko-KR" altLang="en-US" dirty="0" err="1"/>
              <a:t>맵은</a:t>
            </a:r>
            <a:r>
              <a:rPr lang="ko-KR" altLang="en-US" dirty="0"/>
              <a:t> 키보드 </a:t>
            </a:r>
            <a:r>
              <a:rPr lang="en-US" altLang="ko-KR" dirty="0"/>
              <a:t>M</a:t>
            </a:r>
            <a:r>
              <a:rPr lang="ko-KR" altLang="en-US" dirty="0"/>
              <a:t>을 눌렀을 경우 켜지도록</a:t>
            </a:r>
            <a:endParaRPr lang="en-US" altLang="ko-KR" dirty="0"/>
          </a:p>
        </p:txBody>
      </p:sp>
      <p:sp>
        <p:nvSpPr>
          <p:cNvPr id="6" name="이등변 삼각형 5">
            <a:extLst>
              <a:ext uri="{FF2B5EF4-FFF2-40B4-BE49-F238E27FC236}">
                <a16:creationId xmlns:a16="http://schemas.microsoft.com/office/drawing/2014/main" id="{DA75EE90-512C-4AED-A73C-1FF92C62B7D2}"/>
              </a:ext>
            </a:extLst>
          </p:cNvPr>
          <p:cNvSpPr/>
          <p:nvPr/>
        </p:nvSpPr>
        <p:spPr>
          <a:xfrm>
            <a:off x="1097280" y="2194560"/>
            <a:ext cx="135172" cy="127221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이등변 삼각형 7">
            <a:extLst>
              <a:ext uri="{FF2B5EF4-FFF2-40B4-BE49-F238E27FC236}">
                <a16:creationId xmlns:a16="http://schemas.microsoft.com/office/drawing/2014/main" id="{9ABEF7F2-2D4E-48F0-9947-A918F85FD130}"/>
              </a:ext>
            </a:extLst>
          </p:cNvPr>
          <p:cNvSpPr/>
          <p:nvPr/>
        </p:nvSpPr>
        <p:spPr>
          <a:xfrm rot="10800000">
            <a:off x="1097280" y="2388801"/>
            <a:ext cx="135172" cy="127221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33174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C5EB99-E3DA-46BF-9406-BE4AC1C48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 구현 방식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8EB9C6-F307-41B3-9AF2-5A062E3A3E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70714" cy="4351338"/>
          </a:xfrm>
        </p:spPr>
        <p:txBody>
          <a:bodyPr/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5F81E36-45FA-455A-ACBF-33482CEFAE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520" y="2006405"/>
            <a:ext cx="5448301" cy="378207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84DBA01-033E-45CE-B7BE-9391F6274562}"/>
              </a:ext>
            </a:extLst>
          </p:cNvPr>
          <p:cNvSpPr txBox="1"/>
          <p:nvPr/>
        </p:nvSpPr>
        <p:spPr>
          <a:xfrm>
            <a:off x="5143500" y="2006405"/>
            <a:ext cx="55108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</a:t>
            </a:r>
            <a:r>
              <a:rPr lang="ko-KR" altLang="en-US" dirty="0" err="1"/>
              <a:t>에셋이</a:t>
            </a:r>
            <a:r>
              <a:rPr lang="ko-KR" altLang="en-US" dirty="0"/>
              <a:t> 만들어지기 전 까지는 빈 박스 안에 텍스트 박스 넣어서 방 이름 넣어야 함 </a:t>
            </a:r>
            <a:endParaRPr lang="en-US" altLang="ko-KR" dirty="0"/>
          </a:p>
        </p:txBody>
      </p:sp>
      <p:sp>
        <p:nvSpPr>
          <p:cNvPr id="6" name="이등변 삼각형 5">
            <a:extLst>
              <a:ext uri="{FF2B5EF4-FFF2-40B4-BE49-F238E27FC236}">
                <a16:creationId xmlns:a16="http://schemas.microsoft.com/office/drawing/2014/main" id="{DA75EE90-512C-4AED-A73C-1FF92C62B7D2}"/>
              </a:ext>
            </a:extLst>
          </p:cNvPr>
          <p:cNvSpPr/>
          <p:nvPr/>
        </p:nvSpPr>
        <p:spPr>
          <a:xfrm>
            <a:off x="1097280" y="2194560"/>
            <a:ext cx="135172" cy="127221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이등변 삼각형 7">
            <a:extLst>
              <a:ext uri="{FF2B5EF4-FFF2-40B4-BE49-F238E27FC236}">
                <a16:creationId xmlns:a16="http://schemas.microsoft.com/office/drawing/2014/main" id="{9ABEF7F2-2D4E-48F0-9947-A918F85FD130}"/>
              </a:ext>
            </a:extLst>
          </p:cNvPr>
          <p:cNvSpPr/>
          <p:nvPr/>
        </p:nvSpPr>
        <p:spPr>
          <a:xfrm rot="10800000">
            <a:off x="1097280" y="2388801"/>
            <a:ext cx="135172" cy="127221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55322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C5EB99-E3DA-46BF-9406-BE4AC1C48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맵아트</a:t>
            </a:r>
            <a:r>
              <a:rPr lang="ko-KR" altLang="en-US" dirty="0"/>
              <a:t> 레퍼런스 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8EB9C6-F307-41B3-9AF2-5A062E3A3E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70714" cy="4351338"/>
          </a:xfrm>
        </p:spPr>
        <p:txBody>
          <a:bodyPr/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4DBA01-033E-45CE-B7BE-9391F6274562}"/>
              </a:ext>
            </a:extLst>
          </p:cNvPr>
          <p:cNvSpPr txBox="1"/>
          <p:nvPr/>
        </p:nvSpPr>
        <p:spPr>
          <a:xfrm>
            <a:off x="5143500" y="2006405"/>
            <a:ext cx="551089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-1</a:t>
            </a:r>
            <a:r>
              <a:rPr lang="ko-KR" altLang="en-US" dirty="0"/>
              <a:t>번째 가독성을 무조건 우선시 할 것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-</a:t>
            </a:r>
            <a:r>
              <a:rPr lang="ko-KR" altLang="en-US" dirty="0"/>
              <a:t>왼쪽 처럼 </a:t>
            </a:r>
            <a:r>
              <a:rPr lang="ko-KR" altLang="en-US" dirty="0" err="1"/>
              <a:t>말풍선</a:t>
            </a:r>
            <a:r>
              <a:rPr lang="ko-KR" altLang="en-US" dirty="0"/>
              <a:t> 안에 방 이름을 </a:t>
            </a:r>
            <a:r>
              <a:rPr lang="ko-KR" altLang="en-US" dirty="0" err="1"/>
              <a:t>써둬야</a:t>
            </a:r>
            <a:r>
              <a:rPr lang="ko-KR" altLang="en-US" dirty="0"/>
              <a:t> 함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&lt;- </a:t>
            </a:r>
            <a:r>
              <a:rPr lang="ko-KR" altLang="en-US" dirty="0"/>
              <a:t>레퍼런스 </a:t>
            </a:r>
            <a:r>
              <a:rPr lang="en-US" altLang="ko-KR" dirty="0"/>
              <a:t>1</a:t>
            </a:r>
            <a:r>
              <a:rPr lang="ko-KR" altLang="en-US" dirty="0"/>
              <a:t>  </a:t>
            </a:r>
            <a:endParaRPr lang="en-US" altLang="ko-KR" dirty="0"/>
          </a:p>
          <a:p>
            <a:endParaRPr lang="en-US" altLang="ko-KR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F16EA5F-6E22-4AAA-9C86-3DCD3A62B1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848" y="1971699"/>
            <a:ext cx="4989665" cy="4205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8725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C5EB99-E3DA-46BF-9406-BE4AC1C48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맵아트</a:t>
            </a:r>
            <a:r>
              <a:rPr lang="ko-KR" altLang="en-US" dirty="0"/>
              <a:t> 레퍼런스 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8EB9C6-F307-41B3-9AF2-5A062E3A3E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70714" cy="4351338"/>
          </a:xfrm>
        </p:spPr>
        <p:txBody>
          <a:bodyPr/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4DBA01-033E-45CE-B7BE-9391F6274562}"/>
              </a:ext>
            </a:extLst>
          </p:cNvPr>
          <p:cNvSpPr txBox="1"/>
          <p:nvPr/>
        </p:nvSpPr>
        <p:spPr>
          <a:xfrm>
            <a:off x="5143500" y="2006405"/>
            <a:ext cx="551089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-1</a:t>
            </a:r>
            <a:r>
              <a:rPr lang="ko-KR" altLang="en-US" dirty="0"/>
              <a:t>번째 가독성을 무조건 우선시 할 것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-</a:t>
            </a:r>
            <a:r>
              <a:rPr lang="ko-KR" altLang="en-US" dirty="0"/>
              <a:t>왼쪽 처럼 </a:t>
            </a:r>
            <a:r>
              <a:rPr lang="ko-KR" altLang="en-US" dirty="0" err="1"/>
              <a:t>말풍선</a:t>
            </a:r>
            <a:r>
              <a:rPr lang="ko-KR" altLang="en-US" dirty="0"/>
              <a:t> 안에 방 이름을 </a:t>
            </a:r>
            <a:r>
              <a:rPr lang="ko-KR" altLang="en-US" dirty="0" err="1"/>
              <a:t>써둬야</a:t>
            </a:r>
            <a:r>
              <a:rPr lang="ko-KR" altLang="en-US" dirty="0"/>
              <a:t> 함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&lt;- </a:t>
            </a:r>
            <a:r>
              <a:rPr lang="ko-KR" altLang="en-US" dirty="0"/>
              <a:t>레퍼런스 </a:t>
            </a:r>
            <a:r>
              <a:rPr lang="en-US" altLang="ko-KR" dirty="0"/>
              <a:t>2</a:t>
            </a:r>
            <a:r>
              <a:rPr lang="ko-KR" altLang="en-US" dirty="0"/>
              <a:t> 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레퍼런스 </a:t>
            </a:r>
            <a:r>
              <a:rPr lang="en-US" altLang="ko-KR" dirty="0"/>
              <a:t>1</a:t>
            </a:r>
            <a:r>
              <a:rPr lang="ko-KR" altLang="en-US" dirty="0"/>
              <a:t>과 </a:t>
            </a:r>
            <a:r>
              <a:rPr lang="en-US" altLang="ko-KR" dirty="0"/>
              <a:t>2</a:t>
            </a:r>
            <a:r>
              <a:rPr lang="ko-KR" altLang="en-US" dirty="0"/>
              <a:t>를 섞은 방식으로  </a:t>
            </a:r>
            <a:endParaRPr lang="en-US" altLang="ko-KR" dirty="0"/>
          </a:p>
          <a:p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EA23656-08B3-4857-9EF5-1F9EAEE617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645" y="2014569"/>
            <a:ext cx="4244750" cy="3188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1759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C5EB99-E3DA-46BF-9406-BE4AC1C48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맵아트</a:t>
            </a:r>
            <a:r>
              <a:rPr lang="ko-KR" altLang="en-US" dirty="0"/>
              <a:t> 레퍼런스 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8EB9C6-F307-41B3-9AF2-5A062E3A3E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70714" cy="4351338"/>
          </a:xfrm>
        </p:spPr>
        <p:txBody>
          <a:bodyPr/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4DBA01-033E-45CE-B7BE-9391F6274562}"/>
              </a:ext>
            </a:extLst>
          </p:cNvPr>
          <p:cNvSpPr txBox="1"/>
          <p:nvPr/>
        </p:nvSpPr>
        <p:spPr>
          <a:xfrm>
            <a:off x="5143500" y="2062065"/>
            <a:ext cx="55108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</a:t>
            </a:r>
            <a:r>
              <a:rPr lang="ko-KR" altLang="en-US" dirty="0"/>
              <a:t>가지 않은 방이 </a:t>
            </a:r>
            <a:r>
              <a:rPr lang="ko-KR" altLang="en-US" dirty="0" err="1"/>
              <a:t>잠겨있다고</a:t>
            </a:r>
            <a:r>
              <a:rPr lang="ko-KR" altLang="en-US" dirty="0"/>
              <a:t> 보여주는 자물쇠 레퍼런스 </a:t>
            </a:r>
            <a:endParaRPr lang="en-US" altLang="ko-KR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3682E62-3C7A-4E03-AD72-646724B297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611" y="2062065"/>
            <a:ext cx="4441102" cy="3391866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1E7D1242-FC3F-427B-9B3E-0ECF4260A0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0377" y="3736526"/>
            <a:ext cx="4922221" cy="2899279"/>
          </a:xfrm>
          <a:prstGeom prst="rect">
            <a:avLst/>
          </a:prstGeom>
        </p:spPr>
      </p:pic>
      <p:sp>
        <p:nvSpPr>
          <p:cNvPr id="9" name="화살표: 아래쪽 8">
            <a:extLst>
              <a:ext uri="{FF2B5EF4-FFF2-40B4-BE49-F238E27FC236}">
                <a16:creationId xmlns:a16="http://schemas.microsoft.com/office/drawing/2014/main" id="{AB935E59-95B5-4BD8-8533-FB943A3FC054}"/>
              </a:ext>
            </a:extLst>
          </p:cNvPr>
          <p:cNvSpPr/>
          <p:nvPr/>
        </p:nvSpPr>
        <p:spPr>
          <a:xfrm>
            <a:off x="5454595" y="2944836"/>
            <a:ext cx="302149" cy="55373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46E86D-6391-42D5-9940-03154D89AECB}"/>
              </a:ext>
            </a:extLst>
          </p:cNvPr>
          <p:cNvSpPr txBox="1"/>
          <p:nvPr/>
        </p:nvSpPr>
        <p:spPr>
          <a:xfrm>
            <a:off x="6096000" y="2944836"/>
            <a:ext cx="37636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방의 문을 열지 않았을 때의 모습 예시 </a:t>
            </a:r>
          </a:p>
        </p:txBody>
      </p:sp>
    </p:spTree>
    <p:extLst>
      <p:ext uri="{BB962C8B-B14F-4D97-AF65-F5344CB8AC3E}">
        <p14:creationId xmlns:p14="http://schemas.microsoft.com/office/powerpoint/2010/main" val="31445966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C5EB99-E3DA-46BF-9406-BE4AC1C48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맵아트</a:t>
            </a:r>
            <a:r>
              <a:rPr lang="ko-KR" altLang="en-US" dirty="0"/>
              <a:t> 레퍼런스 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8EB9C6-F307-41B3-9AF2-5A062E3A3E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70714" cy="4351338"/>
          </a:xfrm>
        </p:spPr>
        <p:txBody>
          <a:bodyPr/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4DBA01-033E-45CE-B7BE-9391F6274562}"/>
              </a:ext>
            </a:extLst>
          </p:cNvPr>
          <p:cNvSpPr txBox="1"/>
          <p:nvPr/>
        </p:nvSpPr>
        <p:spPr>
          <a:xfrm>
            <a:off x="6230368" y="5737130"/>
            <a:ext cx="55108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</a:t>
            </a:r>
            <a:r>
              <a:rPr lang="ko-KR" altLang="en-US" dirty="0"/>
              <a:t>가지 않은 방이 </a:t>
            </a:r>
            <a:r>
              <a:rPr lang="ko-KR" altLang="en-US" dirty="0" err="1"/>
              <a:t>잠겨있다고</a:t>
            </a:r>
            <a:r>
              <a:rPr lang="ko-KR" altLang="en-US" dirty="0"/>
              <a:t> 보여주는 자물쇠 레퍼런스 </a:t>
            </a:r>
            <a:r>
              <a:rPr lang="en-US" altLang="ko-KR" dirty="0"/>
              <a:t>(</a:t>
            </a:r>
            <a:r>
              <a:rPr lang="ko-KR" altLang="en-US" dirty="0"/>
              <a:t>위는 예시</a:t>
            </a:r>
            <a:r>
              <a:rPr lang="en-US" altLang="ko-KR" dirty="0"/>
              <a:t>)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AAE7310-3284-461B-807E-42DCAADC85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746" y="1825626"/>
            <a:ext cx="1755776" cy="17286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2897491-F8E0-48DD-BCF5-498E1F50C202}"/>
              </a:ext>
            </a:extLst>
          </p:cNvPr>
          <p:cNvSpPr txBox="1"/>
          <p:nvPr/>
        </p:nvSpPr>
        <p:spPr>
          <a:xfrm>
            <a:off x="2647784" y="1979875"/>
            <a:ext cx="18367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주방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84409D39-CC68-4E8A-AD8F-617842CF7D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4621" y="1917000"/>
            <a:ext cx="1802227" cy="163723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FE8C19D-99F2-4FC6-AD5D-138697A9DD96}"/>
              </a:ext>
            </a:extLst>
          </p:cNvPr>
          <p:cNvSpPr txBox="1"/>
          <p:nvPr/>
        </p:nvSpPr>
        <p:spPr>
          <a:xfrm>
            <a:off x="6448508" y="1979875"/>
            <a:ext cx="6758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서재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8C9FBF4-0D85-4248-99FC-A2E378CC7D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5946" y="1825625"/>
            <a:ext cx="1964735" cy="194608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306CC78-FF14-48B2-9C85-E783C1A3D9E5}"/>
              </a:ext>
            </a:extLst>
          </p:cNvPr>
          <p:cNvSpPr txBox="1"/>
          <p:nvPr/>
        </p:nvSpPr>
        <p:spPr>
          <a:xfrm>
            <a:off x="9724445" y="1825625"/>
            <a:ext cx="1280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가정부 방</a:t>
            </a:r>
          </a:p>
        </p:txBody>
      </p:sp>
    </p:spTree>
    <p:extLst>
      <p:ext uri="{BB962C8B-B14F-4D97-AF65-F5344CB8AC3E}">
        <p14:creationId xmlns:p14="http://schemas.microsoft.com/office/powerpoint/2010/main" val="19263302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5E0F81-05E7-4E48-8D3F-783FC5C892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673424" cy="501567"/>
          </a:xfrm>
        </p:spPr>
        <p:txBody>
          <a:bodyPr>
            <a:normAutofit/>
          </a:bodyPr>
          <a:lstStyle/>
          <a:p>
            <a:r>
              <a:rPr lang="ko-KR" altLang="en-US" sz="2000" dirty="0"/>
              <a:t>복도 </a:t>
            </a:r>
            <a:r>
              <a:rPr lang="ko-KR" altLang="en-US" sz="2000" dirty="0" err="1"/>
              <a:t>기믹</a:t>
            </a:r>
            <a:r>
              <a:rPr lang="ko-KR" altLang="en-US" sz="2000" dirty="0"/>
              <a:t> 추가</a:t>
            </a:r>
            <a:r>
              <a:rPr lang="en-US" altLang="ko-KR" sz="2000" dirty="0"/>
              <a:t>(</a:t>
            </a:r>
            <a:r>
              <a:rPr lang="ko-KR" altLang="en-US" sz="2000" dirty="0"/>
              <a:t>적을 추가하여 긴장감</a:t>
            </a:r>
            <a:r>
              <a:rPr lang="en-US" altLang="ko-KR" sz="2000" dirty="0"/>
              <a:t>, </a:t>
            </a:r>
            <a:r>
              <a:rPr lang="ko-KR" altLang="en-US" sz="2000" dirty="0"/>
              <a:t>공포 분위기 추가</a:t>
            </a:r>
            <a:r>
              <a:rPr lang="en-US" altLang="ko-KR" sz="2000" dirty="0"/>
              <a:t>)</a:t>
            </a:r>
            <a:r>
              <a:rPr lang="ko-KR" altLang="en-US" sz="2000" dirty="0"/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BB3EE8-1B1E-4DBB-B8F0-97C69DD590C1}"/>
              </a:ext>
            </a:extLst>
          </p:cNvPr>
          <p:cNvSpPr txBox="1"/>
          <p:nvPr/>
        </p:nvSpPr>
        <p:spPr>
          <a:xfrm>
            <a:off x="779228" y="1226287"/>
            <a:ext cx="5955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/>
              <a:t>매인 홀에 들어갔을 때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00A23EE-B157-4C59-9732-4351FDCDC9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1" y="2392536"/>
            <a:ext cx="4695908" cy="3173377"/>
          </a:xfrm>
          <a:prstGeom prst="rect">
            <a:avLst/>
          </a:prstGeom>
        </p:spPr>
      </p:pic>
      <p:sp>
        <p:nvSpPr>
          <p:cNvPr id="7" name="액자 6">
            <a:extLst>
              <a:ext uri="{FF2B5EF4-FFF2-40B4-BE49-F238E27FC236}">
                <a16:creationId xmlns:a16="http://schemas.microsoft.com/office/drawing/2014/main" id="{D86F8763-C96D-4AFB-855D-1E115CC25C4E}"/>
              </a:ext>
            </a:extLst>
          </p:cNvPr>
          <p:cNvSpPr/>
          <p:nvPr/>
        </p:nvSpPr>
        <p:spPr>
          <a:xfrm>
            <a:off x="4492487" y="3538330"/>
            <a:ext cx="492981" cy="1041621"/>
          </a:xfrm>
          <a:prstGeom prst="fram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32D293-0D34-4403-B510-EAECD8592E4F}"/>
              </a:ext>
            </a:extLst>
          </p:cNvPr>
          <p:cNvSpPr txBox="1"/>
          <p:nvPr/>
        </p:nvSpPr>
        <p:spPr>
          <a:xfrm>
            <a:off x="6019137" y="2364705"/>
            <a:ext cx="5334662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</a:t>
            </a:r>
            <a:r>
              <a:rPr lang="ko-KR" altLang="en-US" dirty="0"/>
              <a:t>붉은 네모 칸이 적의 위치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-</a:t>
            </a:r>
            <a:r>
              <a:rPr lang="ko-KR" altLang="en-US" dirty="0"/>
              <a:t>적 오브젝트에 캔버스를 씌워서 적 오브젝트 안에 패널을 넣음</a:t>
            </a:r>
            <a:endParaRPr lang="en-US" altLang="ko-KR" dirty="0"/>
          </a:p>
          <a:p>
            <a:r>
              <a:rPr lang="en-US" altLang="ko-KR" dirty="0"/>
              <a:t>[</a:t>
            </a:r>
            <a:r>
              <a:rPr lang="ko-KR" altLang="en-US" dirty="0"/>
              <a:t>오브젝트 트리 구조</a:t>
            </a:r>
            <a:r>
              <a:rPr lang="en-US" altLang="ko-KR" dirty="0"/>
              <a:t>]</a:t>
            </a:r>
          </a:p>
          <a:p>
            <a:r>
              <a:rPr lang="en-US" altLang="ko-KR" dirty="0"/>
              <a:t>–ENEMY &lt;- CAPSULE COLLISION 2D(</a:t>
            </a:r>
            <a:r>
              <a:rPr lang="ko-KR" altLang="en-US" dirty="0"/>
              <a:t>있어야 함</a:t>
            </a:r>
            <a:r>
              <a:rPr lang="en-US" altLang="ko-KR" dirty="0"/>
              <a:t>) </a:t>
            </a:r>
          </a:p>
          <a:p>
            <a:r>
              <a:rPr lang="en-US" altLang="ko-KR" dirty="0"/>
              <a:t>   -PANEL</a:t>
            </a:r>
          </a:p>
          <a:p>
            <a:r>
              <a:rPr lang="en-US" altLang="ko-KR" dirty="0"/>
              <a:t>     -RAWIMAGE</a:t>
            </a:r>
          </a:p>
          <a:p>
            <a:endParaRPr lang="en-US" altLang="ko-KR" dirty="0"/>
          </a:p>
          <a:p>
            <a:r>
              <a:rPr lang="ko-KR" altLang="en-US" dirty="0"/>
              <a:t>클릭 했을 때 플레이어의 모든 행동을 일시 정지</a:t>
            </a:r>
            <a:br>
              <a:rPr lang="en-US" altLang="ko-KR" dirty="0"/>
            </a:br>
            <a:r>
              <a:rPr lang="en-US" altLang="ko-KR" dirty="0"/>
              <a:t>-</a:t>
            </a:r>
            <a:r>
              <a:rPr lang="ko-KR" altLang="en-US" dirty="0"/>
              <a:t>마우스 삭제 </a:t>
            </a:r>
            <a:endParaRPr lang="en-US" altLang="ko-KR" dirty="0"/>
          </a:p>
          <a:p>
            <a:r>
              <a:rPr lang="en-US" altLang="ko-KR" dirty="0"/>
              <a:t>-</a:t>
            </a:r>
            <a:r>
              <a:rPr lang="ko-KR" altLang="en-US" dirty="0"/>
              <a:t>클릭</a:t>
            </a:r>
            <a:r>
              <a:rPr lang="en-US" altLang="ko-KR" dirty="0"/>
              <a:t>x</a:t>
            </a:r>
          </a:p>
          <a:p>
            <a:r>
              <a:rPr lang="en-US" altLang="ko-KR" dirty="0"/>
              <a:t>-ESC</a:t>
            </a:r>
            <a:r>
              <a:rPr lang="ko-KR" altLang="en-US" dirty="0"/>
              <a:t>금지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19445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5E0F81-05E7-4E48-8D3F-783FC5C892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673424" cy="501567"/>
          </a:xfrm>
        </p:spPr>
        <p:txBody>
          <a:bodyPr>
            <a:normAutofit/>
          </a:bodyPr>
          <a:lstStyle/>
          <a:p>
            <a:r>
              <a:rPr lang="ko-KR" altLang="en-US" sz="2000" dirty="0"/>
              <a:t>복도 </a:t>
            </a:r>
            <a:r>
              <a:rPr lang="ko-KR" altLang="en-US" sz="2000" dirty="0" err="1"/>
              <a:t>기믹</a:t>
            </a:r>
            <a:r>
              <a:rPr lang="ko-KR" altLang="en-US" sz="2000" dirty="0"/>
              <a:t> 추가</a:t>
            </a:r>
            <a:r>
              <a:rPr lang="en-US" altLang="ko-KR" sz="2000" dirty="0"/>
              <a:t>(</a:t>
            </a:r>
            <a:r>
              <a:rPr lang="ko-KR" altLang="en-US" sz="2000" dirty="0"/>
              <a:t>적을 추가하여 긴장감</a:t>
            </a:r>
            <a:r>
              <a:rPr lang="en-US" altLang="ko-KR" sz="2000" dirty="0"/>
              <a:t>, </a:t>
            </a:r>
            <a:r>
              <a:rPr lang="ko-KR" altLang="en-US" sz="2000" dirty="0"/>
              <a:t>공포 분위기 추가</a:t>
            </a:r>
            <a:r>
              <a:rPr lang="en-US" altLang="ko-KR" sz="2000" dirty="0"/>
              <a:t>)</a:t>
            </a:r>
            <a:r>
              <a:rPr lang="ko-KR" altLang="en-US" sz="2000" dirty="0"/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BB3EE8-1B1E-4DBB-B8F0-97C69DD590C1}"/>
              </a:ext>
            </a:extLst>
          </p:cNvPr>
          <p:cNvSpPr txBox="1"/>
          <p:nvPr/>
        </p:nvSpPr>
        <p:spPr>
          <a:xfrm>
            <a:off x="779228" y="1226287"/>
            <a:ext cx="5955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/>
              <a:t>매인 홀에 들어갔을 때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00A23EE-B157-4C59-9732-4351FDCDC9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1" y="2392536"/>
            <a:ext cx="4695908" cy="3173377"/>
          </a:xfrm>
          <a:prstGeom prst="rect">
            <a:avLst/>
          </a:prstGeom>
        </p:spPr>
      </p:pic>
      <p:sp>
        <p:nvSpPr>
          <p:cNvPr id="7" name="액자 6">
            <a:extLst>
              <a:ext uri="{FF2B5EF4-FFF2-40B4-BE49-F238E27FC236}">
                <a16:creationId xmlns:a16="http://schemas.microsoft.com/office/drawing/2014/main" id="{D86F8763-C96D-4AFB-855D-1E115CC25C4E}"/>
              </a:ext>
            </a:extLst>
          </p:cNvPr>
          <p:cNvSpPr/>
          <p:nvPr/>
        </p:nvSpPr>
        <p:spPr>
          <a:xfrm>
            <a:off x="4492487" y="3538330"/>
            <a:ext cx="492981" cy="1041621"/>
          </a:xfrm>
          <a:prstGeom prst="fram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32D293-0D34-4403-B510-EAECD8592E4F}"/>
              </a:ext>
            </a:extLst>
          </p:cNvPr>
          <p:cNvSpPr txBox="1"/>
          <p:nvPr/>
        </p:nvSpPr>
        <p:spPr>
          <a:xfrm>
            <a:off x="6019137" y="2364705"/>
            <a:ext cx="533466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</a:t>
            </a:r>
            <a:r>
              <a:rPr lang="ko-KR" altLang="en-US" dirty="0"/>
              <a:t>앵무새는 적과 같이 있으면 안됨</a:t>
            </a:r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처음 </a:t>
            </a:r>
            <a:r>
              <a:rPr lang="en-US" altLang="ko-KR" dirty="0" err="1"/>
              <a:t>hall_playable</a:t>
            </a:r>
            <a:r>
              <a:rPr lang="ko-KR" altLang="en-US" dirty="0"/>
              <a:t> </a:t>
            </a:r>
            <a:r>
              <a:rPr lang="ko-KR" altLang="en-US" dirty="0" err="1"/>
              <a:t>씬에</a:t>
            </a:r>
            <a:r>
              <a:rPr lang="ko-KR" altLang="en-US" dirty="0"/>
              <a:t> 들어가면 앵무새가 없어야 함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적을 한 번 클릭 후 다시 </a:t>
            </a:r>
            <a:r>
              <a:rPr lang="en-US" altLang="ko-KR" dirty="0" err="1"/>
              <a:t>hall_playable</a:t>
            </a:r>
            <a:r>
              <a:rPr lang="ko-KR" altLang="en-US" dirty="0" err="1"/>
              <a:t>씬이</a:t>
            </a:r>
            <a:r>
              <a:rPr lang="ko-KR" altLang="en-US" dirty="0"/>
              <a:t> 로드 되면 그때 적이 사라지고 앵무새가 나타나도록 해야함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=&gt; </a:t>
            </a:r>
            <a:r>
              <a:rPr lang="ko-KR" altLang="en-US" dirty="0"/>
              <a:t>이것은 앵무새가 적이 아닌 아군이라는 인식을 주면서 적이 </a:t>
            </a:r>
            <a:r>
              <a:rPr lang="ko-KR" altLang="en-US" dirty="0" err="1"/>
              <a:t>위험하다라는</a:t>
            </a:r>
            <a:r>
              <a:rPr lang="ko-KR" altLang="en-US" dirty="0"/>
              <a:t> 인식을 주기 위함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332535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5E0F81-05E7-4E48-8D3F-783FC5C892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673424" cy="501567"/>
          </a:xfrm>
        </p:spPr>
        <p:txBody>
          <a:bodyPr>
            <a:normAutofit/>
          </a:bodyPr>
          <a:lstStyle/>
          <a:p>
            <a:r>
              <a:rPr lang="ko-KR" altLang="en-US" sz="2000" dirty="0"/>
              <a:t>복도 </a:t>
            </a:r>
            <a:r>
              <a:rPr lang="ko-KR" altLang="en-US" sz="2000" dirty="0" err="1"/>
              <a:t>기믹</a:t>
            </a:r>
            <a:r>
              <a:rPr lang="ko-KR" altLang="en-US" sz="2000" dirty="0"/>
              <a:t> 추가</a:t>
            </a:r>
            <a:r>
              <a:rPr lang="en-US" altLang="ko-KR" sz="2000" dirty="0"/>
              <a:t>(</a:t>
            </a:r>
            <a:r>
              <a:rPr lang="ko-KR" altLang="en-US" sz="2000" dirty="0"/>
              <a:t>적을 추가하여 긴장감</a:t>
            </a:r>
            <a:r>
              <a:rPr lang="en-US" altLang="ko-KR" sz="2000" dirty="0"/>
              <a:t>, </a:t>
            </a:r>
            <a:r>
              <a:rPr lang="ko-KR" altLang="en-US" sz="2000" dirty="0"/>
              <a:t>공포 분위기 추가</a:t>
            </a:r>
            <a:r>
              <a:rPr lang="en-US" altLang="ko-KR" sz="2000" dirty="0"/>
              <a:t>)</a:t>
            </a:r>
            <a:r>
              <a:rPr lang="ko-KR" altLang="en-US" sz="2000" dirty="0"/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BB3EE8-1B1E-4DBB-B8F0-97C69DD590C1}"/>
              </a:ext>
            </a:extLst>
          </p:cNvPr>
          <p:cNvSpPr txBox="1"/>
          <p:nvPr/>
        </p:nvSpPr>
        <p:spPr>
          <a:xfrm>
            <a:off x="779228" y="1226287"/>
            <a:ext cx="79751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적이 클릭 되었거나 같은 장소에서 </a:t>
            </a:r>
            <a:r>
              <a:rPr lang="en-US" altLang="ko-KR" dirty="0"/>
              <a:t>1</a:t>
            </a:r>
            <a:r>
              <a:rPr lang="ko-KR" altLang="en-US" dirty="0"/>
              <a:t>분이 지나 플레이어가 죽었을 경우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32D293-0D34-4403-B510-EAECD8592E4F}"/>
              </a:ext>
            </a:extLst>
          </p:cNvPr>
          <p:cNvSpPr txBox="1"/>
          <p:nvPr/>
        </p:nvSpPr>
        <p:spPr>
          <a:xfrm>
            <a:off x="838200" y="2315817"/>
            <a:ext cx="5334662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눈 깜박이는 효과 </a:t>
            </a:r>
            <a:r>
              <a:rPr lang="en-US" altLang="ko-KR" dirty="0"/>
              <a:t>(0.2</a:t>
            </a:r>
            <a:r>
              <a:rPr lang="ko-KR" altLang="en-US" dirty="0"/>
              <a:t>초</a:t>
            </a:r>
            <a:r>
              <a:rPr lang="en-US" altLang="ko-KR" dirty="0"/>
              <a:t>)(</a:t>
            </a:r>
            <a:r>
              <a:rPr lang="en-US" altLang="ko-KR" dirty="0" err="1"/>
              <a:t>mokotan</a:t>
            </a:r>
            <a:r>
              <a:rPr lang="en-US" altLang="ko-KR" dirty="0"/>
              <a:t>-&gt;</a:t>
            </a:r>
            <a:r>
              <a:rPr lang="en-US" altLang="ko-KR" dirty="0" err="1"/>
              <a:t>Prifab</a:t>
            </a:r>
            <a:r>
              <a:rPr lang="en-US" altLang="ko-KR" dirty="0"/>
              <a:t>-&gt;</a:t>
            </a:r>
            <a:r>
              <a:rPr lang="en-US" altLang="ko-KR" dirty="0" err="1"/>
              <a:t>BlinkManager</a:t>
            </a:r>
            <a:r>
              <a:rPr lang="ko-KR" altLang="en-US" dirty="0"/>
              <a:t> 사용</a:t>
            </a:r>
            <a:r>
              <a:rPr lang="en-US" altLang="ko-KR" dirty="0"/>
              <a:t>(</a:t>
            </a:r>
            <a:r>
              <a:rPr lang="ko-KR" altLang="en-US" dirty="0"/>
              <a:t>지금은 스페이스파를 눌렀을 때 깜박이도록 </a:t>
            </a:r>
            <a:r>
              <a:rPr lang="ko-KR" altLang="en-US" dirty="0" err="1"/>
              <a:t>코딩되어</a:t>
            </a:r>
            <a:r>
              <a:rPr lang="ko-KR" altLang="en-US" dirty="0"/>
              <a:t> 있음 수정해서 사용 </a:t>
            </a:r>
            <a:r>
              <a:rPr lang="en-US" altLang="ko-KR" dirty="0"/>
              <a:t>))</a:t>
            </a:r>
          </a:p>
          <a:p>
            <a:r>
              <a:rPr lang="en-US" altLang="ko-KR" dirty="0"/>
              <a:t>	-&gt; </a:t>
            </a:r>
            <a:r>
              <a:rPr lang="ko-KR" altLang="en-US" dirty="0"/>
              <a:t>애니메이션 실행</a:t>
            </a:r>
            <a:endParaRPr lang="en-US" altLang="ko-KR" dirty="0"/>
          </a:p>
          <a:p>
            <a:r>
              <a:rPr lang="en-US" altLang="ko-KR" dirty="0"/>
              <a:t>		-&gt;</a:t>
            </a:r>
            <a:r>
              <a:rPr lang="ko-KR" altLang="en-US" dirty="0"/>
              <a:t>사망 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Scene-&gt;</a:t>
            </a:r>
            <a:r>
              <a:rPr lang="en-US" altLang="ko-KR" dirty="0" err="1"/>
              <a:t>Mokotan</a:t>
            </a:r>
            <a:r>
              <a:rPr lang="en-US" altLang="ko-KR" dirty="0"/>
              <a:t>-&gt;</a:t>
            </a:r>
            <a:r>
              <a:rPr lang="en-US" altLang="ko-KR" dirty="0" err="1"/>
              <a:t>CreateEffect</a:t>
            </a:r>
            <a:r>
              <a:rPr lang="en-US" altLang="ko-KR" dirty="0"/>
              <a:t>-&gt;shader-&gt;</a:t>
            </a:r>
            <a:r>
              <a:rPr lang="en-US" altLang="ko-KR" dirty="0" err="1"/>
              <a:t>BlinkShader</a:t>
            </a:r>
            <a:r>
              <a:rPr lang="en-US" altLang="ko-KR" dirty="0"/>
              <a:t> </a:t>
            </a:r>
            <a:r>
              <a:rPr lang="ko-KR" altLang="en-US" dirty="0"/>
              <a:t>사용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플로우</a:t>
            </a:r>
            <a:endParaRPr lang="en-US" altLang="ko-KR" dirty="0"/>
          </a:p>
          <a:p>
            <a:r>
              <a:rPr lang="ko-KR" altLang="en-US" dirty="0"/>
              <a:t>클릭 </a:t>
            </a:r>
            <a:r>
              <a:rPr lang="en-US" altLang="ko-KR" dirty="0"/>
              <a:t>or 1</a:t>
            </a:r>
            <a:r>
              <a:rPr lang="ko-KR" altLang="en-US" dirty="0"/>
              <a:t>분 지남</a:t>
            </a:r>
            <a:r>
              <a:rPr lang="en-US" altLang="ko-KR" dirty="0"/>
              <a:t>-&gt; </a:t>
            </a:r>
            <a:r>
              <a:rPr lang="ko-KR" altLang="en-US" dirty="0"/>
              <a:t>플레이어의 모든 행동 정지</a:t>
            </a:r>
            <a:r>
              <a:rPr lang="en-US" altLang="ko-KR" dirty="0"/>
              <a:t>-&gt; </a:t>
            </a:r>
            <a:r>
              <a:rPr lang="ko-KR" altLang="en-US" dirty="0" err="1"/>
              <a:t>눈깜박임</a:t>
            </a:r>
            <a:r>
              <a:rPr lang="en-US" altLang="ko-KR" dirty="0"/>
              <a:t>-&gt; </a:t>
            </a:r>
            <a:r>
              <a:rPr lang="ko-KR" altLang="en-US" dirty="0"/>
              <a:t>애니메이션 실행</a:t>
            </a:r>
            <a:r>
              <a:rPr lang="en-US" altLang="ko-KR" dirty="0"/>
              <a:t> -&gt; </a:t>
            </a:r>
            <a:r>
              <a:rPr lang="ko-KR" altLang="en-US" dirty="0"/>
              <a:t>사망 페이지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8507102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C5EB99-E3DA-46BF-9406-BE4AC1C48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자잘한 </a:t>
            </a:r>
            <a:r>
              <a:rPr lang="en-US" altLang="ko-KR" dirty="0"/>
              <a:t>QA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A92D8FF-7D62-4DD7-89C8-2C81C8238F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공모전 때 있었던 유저 인풋 필드 버그 고치기</a:t>
            </a:r>
            <a:endParaRPr lang="en-US" altLang="ko-KR" dirty="0"/>
          </a:p>
          <a:p>
            <a:r>
              <a:rPr lang="ko-KR" altLang="en-US" dirty="0" err="1"/>
              <a:t>에로우</a:t>
            </a:r>
            <a:r>
              <a:rPr lang="ko-KR" altLang="en-US" dirty="0"/>
              <a:t> </a:t>
            </a:r>
            <a:r>
              <a:rPr lang="ko-KR" altLang="en-US" dirty="0" err="1"/>
              <a:t>마테리얼을</a:t>
            </a:r>
            <a:r>
              <a:rPr lang="ko-KR" altLang="en-US" dirty="0"/>
              <a:t> </a:t>
            </a:r>
            <a:r>
              <a:rPr lang="ko-KR" altLang="en-US"/>
              <a:t>모든 화살표에</a:t>
            </a:r>
            <a:r>
              <a:rPr lang="en-US" altLang="ko-KR"/>
              <a:t> </a:t>
            </a:r>
            <a:r>
              <a:rPr lang="ko-KR" altLang="en-US"/>
              <a:t>넣어주기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01400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</TotalTime>
  <Words>477</Words>
  <Application>Microsoft Office PowerPoint</Application>
  <PresentationFormat>와이드스크린</PresentationFormat>
  <Paragraphs>101</Paragraphs>
  <Slides>14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7" baseType="lpstr">
      <vt:lpstr>맑은 고딕</vt:lpstr>
      <vt:lpstr>Arial</vt:lpstr>
      <vt:lpstr>Office 테마</vt:lpstr>
      <vt:lpstr>현재 플로우 직관성 + 맵 제작</vt:lpstr>
      <vt:lpstr>플로우 직관성 </vt:lpstr>
      <vt:lpstr>플로우 직관성 </vt:lpstr>
      <vt:lpstr>플로우 직관성 </vt:lpstr>
      <vt:lpstr>맵 구현 방식</vt:lpstr>
      <vt:lpstr>맵 구현 방식</vt:lpstr>
      <vt:lpstr>맵아트 레퍼런스 </vt:lpstr>
      <vt:lpstr>맵아트 레퍼런스 </vt:lpstr>
      <vt:lpstr>맵아트 레퍼런스 </vt:lpstr>
      <vt:lpstr>맵아트 레퍼런스 </vt:lpstr>
      <vt:lpstr>복도 기믹 추가(적을 추가하여 긴장감, 공포 분위기 추가) </vt:lpstr>
      <vt:lpstr>복도 기믹 추가(적을 추가하여 긴장감, 공포 분위기 추가) </vt:lpstr>
      <vt:lpstr>복도 기믹 추가(적을 추가하여 긴장감, 공포 분위기 추가) </vt:lpstr>
      <vt:lpstr>자잘한 QA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현재 플로우 직관성 + 맵 제작</dc:title>
  <dc:creator>기석 김</dc:creator>
  <cp:lastModifiedBy>기석 김</cp:lastModifiedBy>
  <cp:revision>12</cp:revision>
  <dcterms:created xsi:type="dcterms:W3CDTF">2026-01-05T08:28:08Z</dcterms:created>
  <dcterms:modified xsi:type="dcterms:W3CDTF">2026-03-09T05:30:58Z</dcterms:modified>
</cp:coreProperties>
</file>