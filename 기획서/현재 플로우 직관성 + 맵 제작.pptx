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60" r:id="rId6"/>
    <p:sldId id="262" r:id="rId7"/>
    <p:sldId id="261" r:id="rId8"/>
    <p:sldId id="267" r:id="rId9"/>
    <p:sldId id="263" r:id="rId10"/>
    <p:sldId id="265" r:id="rId11"/>
    <p:sldId id="26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96923D-2AB6-430A-90A3-F490968E5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028282-2E38-4764-A84A-0E1EE40C5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FE298C-D567-46A3-AF23-96047686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64A907-E4D5-4B86-A592-97A61937A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0713BB-EE32-4507-BF30-35CE6D186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46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16055A-E998-4343-8D36-E24C0820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4104C1-5C0F-429C-9DAC-B9FACDBD2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2BC27C-A3D6-433A-9412-323BC0FD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0DB432-428D-453F-B3FA-9396CE45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A94A0E-B355-4958-A66B-4F81754C3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731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25298-5E8E-4FCB-90A7-57B8309AC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F00C3C-84B9-4FA0-8872-4B02F85D8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A92847-C4D1-4B0A-9BDF-9F50130B6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7C139D-87EC-4547-B9A1-1BC99417C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53695F-DADE-4154-88DC-8129D042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746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1A1653-AA1B-43FD-9AE9-9E0BFF5C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259502-2182-4D06-9919-993B1ACEE0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AB0ECB-9BFC-4050-90F4-30C0BE66C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81CC7C-6A40-43F8-BB89-CF7D01AE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A055D-C637-47DC-9298-55520FD39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4B6D20-4E96-4D2D-9A46-C9D7E313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172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322F92-A1B9-4305-A671-3307EBBB4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574ED6-305B-4305-A937-31C0192C8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30D4B1-6DC3-40FB-83D2-ECE667B3E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CE63EC-398A-4BE8-A60F-B66554080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27D97B-46B5-4DC2-AAFC-15CBCCFBC5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615F388-C958-4E39-8521-FF955346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CAA132-46DE-42E3-9B70-C9BE42BC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FAA2BA-DE76-4D68-A2E6-8971884C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85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2A070F-65A1-4BDA-9D15-37919F0DF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603706-D466-4168-878B-3652B6251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1F7B01-636D-4AD7-86FA-2061A224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126D3A-F873-41E7-969E-84553192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13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3FFDA8-A8E1-4807-9C04-6851FCFF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DB56AB-E9D2-49B3-8923-288DE6E0C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841D1B-B576-48C3-8D49-C1003F62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257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D0F5A-383E-4692-975C-8020515E1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6D69C3-81CC-482D-A49C-139975E55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4A9D1C-13D5-4876-89E2-4FA0D03E2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7C540D-40E4-4912-9406-5F12617CA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C6433F-2C1E-49DD-9486-59F0D5088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2B9271-C8C2-4911-9407-C42E1CC7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772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CA5D4B-C79F-4110-B63B-E43C8D01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EC52D1-0745-48C6-A79D-FD49A3949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AD11BE-E3E0-4150-B151-AE3B4B4A9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D8DB0-DE0E-4517-BD6F-1239D146F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F93936-9992-4183-A6C2-E46824145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AD2818-B8F8-4E3C-A6B5-D9E8C315C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7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FB82A-75C8-41D8-8098-67E4F76AE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062D6E-08F4-4B09-ACE7-3279F4346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E14CFF-5D96-4F54-AB3E-0413503BD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4F47CA-354C-47BA-8998-4D25A091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C5918-550D-43F5-959C-1D8FA76F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234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D615A91-96A4-4966-A42B-CBCDD39A3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78C82C-010B-413C-9087-196A15218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7AD30F-486B-46DC-A383-0175A870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A861B-BBF0-4E9D-83EB-CA452E10C33B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BB181C-FD41-4C2C-8209-08D6F5A44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A9BDAB-7771-4DDA-8EC4-8334D58B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683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D89931-8814-4CF7-9380-42A9606D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EDB822-BBD9-42EB-A13E-67D1EFE50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A56815-E53F-425D-B125-DADD11282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A861B-BBF0-4E9D-83EB-CA452E10C33B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6973A2-13DE-4DE9-83C9-5A4EF6CCD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8A28A-12CC-4F32-AEF7-2F6A260DF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21EE7-FFC7-4397-B187-9F7039431A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623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8FA63-FFAF-4F69-AED8-2B7DC94830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현재 플로우 </a:t>
            </a:r>
            <a:r>
              <a:rPr lang="ko-KR" altLang="en-US" dirty="0" err="1"/>
              <a:t>직관성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맵 제작</a:t>
            </a:r>
          </a:p>
        </p:txBody>
      </p:sp>
    </p:spTree>
    <p:extLst>
      <p:ext uri="{BB962C8B-B14F-4D97-AF65-F5344CB8AC3E}">
        <p14:creationId xmlns:p14="http://schemas.microsoft.com/office/powerpoint/2010/main" val="1167585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플로우 </a:t>
            </a:r>
            <a:r>
              <a:rPr lang="ko-KR" altLang="en-US" dirty="0" err="1"/>
              <a:t>직관성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화면의 전체 </a:t>
            </a:r>
            <a:r>
              <a:rPr lang="en-US" altLang="ko-KR" dirty="0"/>
              <a:t>VIGNNET </a:t>
            </a:r>
            <a:r>
              <a:rPr lang="ko-KR" altLang="en-US" dirty="0"/>
              <a:t>값을 조금 높여서 화면 밝기 올려야 함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</a:t>
            </a:r>
            <a:r>
              <a:rPr lang="ko-KR" altLang="en-US" dirty="0"/>
              <a:t>공모전 당시 화면이 너무 어두워서 플레이어가 길을 찾지 못하는 상황 발생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유니티 안에 </a:t>
            </a:r>
            <a:r>
              <a:rPr lang="ko-KR" altLang="en-US" dirty="0" err="1"/>
              <a:t>에셋</a:t>
            </a:r>
            <a:r>
              <a:rPr lang="ko-KR" altLang="en-US" dirty="0"/>
              <a:t> 넣어뒀음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 </a:t>
            </a:r>
            <a:r>
              <a:rPr lang="ko-KR" altLang="en-US" dirty="0"/>
              <a:t>클릭으로 진행하다 보니</a:t>
            </a:r>
            <a:r>
              <a:rPr lang="en-US" altLang="ko-KR" dirty="0"/>
              <a:t> TAB</a:t>
            </a:r>
            <a:r>
              <a:rPr lang="ko-KR" altLang="en-US" dirty="0"/>
              <a:t>을 누르지 않아 인벤토리가 있다는 것을 인지하지 못함 그래서 넣어둔 </a:t>
            </a:r>
            <a:r>
              <a:rPr lang="ko-KR" altLang="en-US" dirty="0" err="1"/>
              <a:t>에셋</a:t>
            </a:r>
            <a:r>
              <a:rPr lang="ko-KR" altLang="en-US" dirty="0"/>
              <a:t> 중 </a:t>
            </a:r>
            <a:r>
              <a:rPr lang="en-US" altLang="ko-KR" dirty="0"/>
              <a:t>TAB</a:t>
            </a:r>
            <a:r>
              <a:rPr lang="ko-KR" altLang="en-US" dirty="0"/>
              <a:t>을 가운데 아래에 넣어</a:t>
            </a:r>
            <a:r>
              <a:rPr lang="en-US" altLang="ko-KR" dirty="0"/>
              <a:t>(</a:t>
            </a:r>
            <a:r>
              <a:rPr lang="ko-KR" altLang="en-US" dirty="0"/>
              <a:t>클릭 처리 </a:t>
            </a:r>
            <a:r>
              <a:rPr lang="en-US" altLang="ko-KR" dirty="0"/>
              <a:t>-&gt; </a:t>
            </a:r>
            <a:r>
              <a:rPr lang="ko-KR" altLang="en-US" dirty="0"/>
              <a:t>클릭 했을 경우 인벤토리 올라오도록</a:t>
            </a:r>
            <a:r>
              <a:rPr lang="en-US" altLang="ko-KR" dirty="0"/>
              <a:t>-&gt; </a:t>
            </a:r>
            <a:r>
              <a:rPr lang="ko-KR" altLang="en-US" dirty="0"/>
              <a:t>클릭 한 번 더 했을 경우 인벤토리 내려오게</a:t>
            </a:r>
            <a:r>
              <a:rPr lang="en-US" altLang="ko-KR" dirty="0"/>
              <a:t>) </a:t>
            </a:r>
            <a:r>
              <a:rPr lang="ko-KR" altLang="en-US" dirty="0"/>
              <a:t>인식할 수 있도록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109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플로우 </a:t>
            </a:r>
            <a:r>
              <a:rPr lang="ko-KR" altLang="en-US" dirty="0" err="1"/>
              <a:t>직관성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TAB </a:t>
            </a:r>
            <a:r>
              <a:rPr lang="ko-KR" altLang="en-US" dirty="0"/>
              <a:t>표시의 경우 인벤토리가 올라왔을 때 같이 올라오고 같이 내려가도록 만들어야 함 그래픽은 </a:t>
            </a:r>
            <a:r>
              <a:rPr lang="ko-KR" altLang="en-US" dirty="0" err="1"/>
              <a:t>솔리드</a:t>
            </a:r>
            <a:r>
              <a:rPr lang="ko-KR" altLang="en-US" dirty="0"/>
              <a:t> </a:t>
            </a:r>
            <a:r>
              <a:rPr lang="en-US" altLang="ko-KR" dirty="0"/>
              <a:t>x </a:t>
            </a:r>
            <a:r>
              <a:rPr lang="ko-KR" altLang="en-US" dirty="0"/>
              <a:t>아웃라인 </a:t>
            </a:r>
            <a:r>
              <a:rPr lang="en-US" altLang="ko-KR" dirty="0"/>
              <a:t>o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280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플로우 </a:t>
            </a:r>
            <a:r>
              <a:rPr lang="ko-KR" altLang="en-US" dirty="0" err="1"/>
              <a:t>직관성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다용도 실로 가는 문에 화살표 필요 문을 찾지 못하는 사람 많았음 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9621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 구현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F81E36-45FA-455A-ACBF-33482CEFA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20" y="2006405"/>
            <a:ext cx="5448301" cy="37820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5143500" y="2006405"/>
            <a:ext cx="55108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화살표를 누르면 </a:t>
            </a:r>
            <a:r>
              <a:rPr lang="en-US" altLang="ko-KR" dirty="0"/>
              <a:t>1</a:t>
            </a:r>
            <a:r>
              <a:rPr lang="ko-KR" altLang="en-US" dirty="0"/>
              <a:t>층 </a:t>
            </a:r>
            <a:r>
              <a:rPr lang="ko-KR" altLang="en-US" dirty="0" err="1"/>
              <a:t>맵과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층 </a:t>
            </a:r>
            <a:r>
              <a:rPr lang="ko-KR" altLang="en-US" dirty="0" err="1"/>
              <a:t>맵을</a:t>
            </a:r>
            <a:r>
              <a:rPr lang="ko-KR" altLang="en-US" dirty="0"/>
              <a:t> 바꿔서 출력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아직 가지 않았거나 문을 열지 않았다면 잠금 장치를 건 것 처럼 만들기</a:t>
            </a:r>
            <a:r>
              <a:rPr lang="en-US" altLang="ko-KR" dirty="0"/>
              <a:t> + </a:t>
            </a:r>
            <a:r>
              <a:rPr lang="ko-KR" altLang="en-US" dirty="0"/>
              <a:t>클릭 처리 </a:t>
            </a:r>
            <a:r>
              <a:rPr lang="en-US" altLang="ko-KR" dirty="0"/>
              <a:t>OFF</a:t>
            </a:r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그 방에서 찾지 못한 물건이 있거나 상호작용 하지 않은 물건이 있다면 아이템에 </a:t>
            </a:r>
            <a:r>
              <a:rPr lang="ko-KR" altLang="en-US" dirty="0" err="1"/>
              <a:t>붙여둔</a:t>
            </a:r>
            <a:r>
              <a:rPr lang="ko-KR" altLang="en-US" dirty="0"/>
              <a:t> 것처럼 </a:t>
            </a:r>
            <a:r>
              <a:rPr lang="ko-KR" altLang="en-US" dirty="0" err="1"/>
              <a:t>별모양</a:t>
            </a:r>
            <a:r>
              <a:rPr lang="ko-KR" altLang="en-US" dirty="0"/>
              <a:t> </a:t>
            </a:r>
            <a:r>
              <a:rPr lang="ko-KR" altLang="en-US" dirty="0" err="1"/>
              <a:t>붙여두기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한 번 간 방은 </a:t>
            </a:r>
            <a:r>
              <a:rPr lang="ko-KR" altLang="en-US" dirty="0" err="1"/>
              <a:t>맵에서</a:t>
            </a:r>
            <a:r>
              <a:rPr lang="ko-KR" altLang="en-US" dirty="0"/>
              <a:t> 클릭 했을 경우 바로 갈 수 있도록 한다</a:t>
            </a:r>
            <a:r>
              <a:rPr lang="en-US" altLang="ko-KR" dirty="0"/>
              <a:t>. 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기본적으로 </a:t>
            </a:r>
            <a:r>
              <a:rPr lang="ko-KR" altLang="en-US" dirty="0" err="1"/>
              <a:t>맵은</a:t>
            </a:r>
            <a:r>
              <a:rPr lang="ko-KR" altLang="en-US" dirty="0"/>
              <a:t> 키보드 </a:t>
            </a:r>
            <a:r>
              <a:rPr lang="en-US" altLang="ko-KR" dirty="0"/>
              <a:t>M</a:t>
            </a:r>
            <a:r>
              <a:rPr lang="ko-KR" altLang="en-US" dirty="0"/>
              <a:t>을 눌렀을 경우 켜지도록</a:t>
            </a:r>
            <a:endParaRPr lang="en-US" altLang="ko-KR" dirty="0"/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DA75EE90-512C-4AED-A73C-1FF92C62B7D2}"/>
              </a:ext>
            </a:extLst>
          </p:cNvPr>
          <p:cNvSpPr/>
          <p:nvPr/>
        </p:nvSpPr>
        <p:spPr>
          <a:xfrm>
            <a:off x="1097280" y="2194560"/>
            <a:ext cx="135172" cy="12722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9ABEF7F2-2D4E-48F0-9947-A918F85FD130}"/>
              </a:ext>
            </a:extLst>
          </p:cNvPr>
          <p:cNvSpPr/>
          <p:nvPr/>
        </p:nvSpPr>
        <p:spPr>
          <a:xfrm rot="10800000">
            <a:off x="1097280" y="2388801"/>
            <a:ext cx="135172" cy="12722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31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 구현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F81E36-45FA-455A-ACBF-33482CEFA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20" y="2006405"/>
            <a:ext cx="5448301" cy="37820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5143500" y="2006405"/>
            <a:ext cx="5510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 err="1"/>
              <a:t>에셋이</a:t>
            </a:r>
            <a:r>
              <a:rPr lang="ko-KR" altLang="en-US" dirty="0"/>
              <a:t> 만들어지기 전 까지는 빈 박스 안에 텍스트 박스 넣어서 방 이름 넣어야 함 </a:t>
            </a:r>
            <a:endParaRPr lang="en-US" altLang="ko-KR" dirty="0"/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DA75EE90-512C-4AED-A73C-1FF92C62B7D2}"/>
              </a:ext>
            </a:extLst>
          </p:cNvPr>
          <p:cNvSpPr/>
          <p:nvPr/>
        </p:nvSpPr>
        <p:spPr>
          <a:xfrm>
            <a:off x="1097280" y="2194560"/>
            <a:ext cx="135172" cy="12722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9ABEF7F2-2D4E-48F0-9947-A918F85FD130}"/>
              </a:ext>
            </a:extLst>
          </p:cNvPr>
          <p:cNvSpPr/>
          <p:nvPr/>
        </p:nvSpPr>
        <p:spPr>
          <a:xfrm rot="10800000">
            <a:off x="1097280" y="2388801"/>
            <a:ext cx="135172" cy="12722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532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맵아트</a:t>
            </a:r>
            <a:r>
              <a:rPr lang="ko-KR" altLang="en-US" dirty="0"/>
              <a:t> 레퍼런스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5143500" y="2006405"/>
            <a:ext cx="55108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-1</a:t>
            </a:r>
            <a:r>
              <a:rPr lang="ko-KR" altLang="en-US" dirty="0"/>
              <a:t>번째 가독성을 무조건 우선시 할 것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왼쪽 처럼 </a:t>
            </a:r>
            <a:r>
              <a:rPr lang="ko-KR" altLang="en-US" dirty="0" err="1"/>
              <a:t>말풍선</a:t>
            </a:r>
            <a:r>
              <a:rPr lang="ko-KR" altLang="en-US" dirty="0"/>
              <a:t> 안에 방 이름을 </a:t>
            </a:r>
            <a:r>
              <a:rPr lang="ko-KR" altLang="en-US" dirty="0" err="1"/>
              <a:t>써둬야</a:t>
            </a:r>
            <a:r>
              <a:rPr lang="ko-KR" altLang="en-US" dirty="0"/>
              <a:t> 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&lt;- </a:t>
            </a:r>
            <a:r>
              <a:rPr lang="ko-KR" altLang="en-US" dirty="0"/>
              <a:t>레퍼런스 </a:t>
            </a:r>
            <a:r>
              <a:rPr lang="en-US" altLang="ko-KR" dirty="0"/>
              <a:t>1</a:t>
            </a:r>
            <a:r>
              <a:rPr lang="ko-KR" altLang="en-US" dirty="0"/>
              <a:t>  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16EA5F-6E22-4AAA-9C86-3DCD3A62B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48" y="1971699"/>
            <a:ext cx="4989665" cy="42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7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맵아트</a:t>
            </a:r>
            <a:r>
              <a:rPr lang="ko-KR" altLang="en-US" dirty="0"/>
              <a:t> 레퍼런스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5143500" y="2006405"/>
            <a:ext cx="55108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-1</a:t>
            </a:r>
            <a:r>
              <a:rPr lang="ko-KR" altLang="en-US" dirty="0"/>
              <a:t>번째 가독성을 무조건 우선시 할 것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왼쪽 처럼 </a:t>
            </a:r>
            <a:r>
              <a:rPr lang="ko-KR" altLang="en-US" dirty="0" err="1"/>
              <a:t>말풍선</a:t>
            </a:r>
            <a:r>
              <a:rPr lang="ko-KR" altLang="en-US" dirty="0"/>
              <a:t> 안에 방 이름을 </a:t>
            </a:r>
            <a:r>
              <a:rPr lang="ko-KR" altLang="en-US" dirty="0" err="1"/>
              <a:t>써둬야</a:t>
            </a:r>
            <a:r>
              <a:rPr lang="ko-KR" altLang="en-US" dirty="0"/>
              <a:t> 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&lt;- </a:t>
            </a:r>
            <a:r>
              <a:rPr lang="ko-KR" altLang="en-US" dirty="0"/>
              <a:t>레퍼런스 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레퍼런스 </a:t>
            </a:r>
            <a:r>
              <a:rPr lang="en-US" altLang="ko-KR" dirty="0"/>
              <a:t>1</a:t>
            </a:r>
            <a:r>
              <a:rPr lang="ko-KR" altLang="en-US" dirty="0"/>
              <a:t>과 </a:t>
            </a:r>
            <a:r>
              <a:rPr lang="en-US" altLang="ko-KR" dirty="0"/>
              <a:t>2</a:t>
            </a:r>
            <a:r>
              <a:rPr lang="ko-KR" altLang="en-US" dirty="0"/>
              <a:t>를 섞은 방식으로  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A23656-08B3-4857-9EF5-1F9EAEE61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45" y="2014569"/>
            <a:ext cx="4244750" cy="318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175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맵아트</a:t>
            </a:r>
            <a:r>
              <a:rPr lang="ko-KR" altLang="en-US" dirty="0"/>
              <a:t> 레퍼런스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5143500" y="2062065"/>
            <a:ext cx="5510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가지 않은 방이 </a:t>
            </a:r>
            <a:r>
              <a:rPr lang="ko-KR" altLang="en-US" dirty="0" err="1"/>
              <a:t>잠겨있다고</a:t>
            </a:r>
            <a:r>
              <a:rPr lang="ko-KR" altLang="en-US" dirty="0"/>
              <a:t> 보여주는 자물쇠 레퍼런스 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682E62-3C7A-4E03-AD72-646724B29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11" y="2062065"/>
            <a:ext cx="4441102" cy="339186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E7D1242-FC3F-427B-9B3E-0ECF4260A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377" y="3736526"/>
            <a:ext cx="4922221" cy="2899279"/>
          </a:xfrm>
          <a:prstGeom prst="rect">
            <a:avLst/>
          </a:prstGeom>
        </p:spPr>
      </p:pic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AB935E59-95B5-4BD8-8533-FB943A3FC054}"/>
              </a:ext>
            </a:extLst>
          </p:cNvPr>
          <p:cNvSpPr/>
          <p:nvPr/>
        </p:nvSpPr>
        <p:spPr>
          <a:xfrm>
            <a:off x="5454595" y="2944836"/>
            <a:ext cx="302149" cy="5537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6E86D-6391-42D5-9940-03154D89AECB}"/>
              </a:ext>
            </a:extLst>
          </p:cNvPr>
          <p:cNvSpPr txBox="1"/>
          <p:nvPr/>
        </p:nvSpPr>
        <p:spPr>
          <a:xfrm>
            <a:off x="6096000" y="2944836"/>
            <a:ext cx="3763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방의 문을 열지 않았을 때의 모습 예시 </a:t>
            </a:r>
          </a:p>
        </p:txBody>
      </p:sp>
    </p:spTree>
    <p:extLst>
      <p:ext uri="{BB962C8B-B14F-4D97-AF65-F5344CB8AC3E}">
        <p14:creationId xmlns:p14="http://schemas.microsoft.com/office/powerpoint/2010/main" val="3144596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맵아트</a:t>
            </a:r>
            <a:r>
              <a:rPr lang="ko-KR" altLang="en-US" dirty="0"/>
              <a:t> 레퍼런스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EB9C6-F307-41B3-9AF2-5A062E3A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0714" cy="4351338"/>
          </a:xfrm>
        </p:spPr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DBA01-033E-45CE-B7BE-9391F6274562}"/>
              </a:ext>
            </a:extLst>
          </p:cNvPr>
          <p:cNvSpPr txBox="1"/>
          <p:nvPr/>
        </p:nvSpPr>
        <p:spPr>
          <a:xfrm>
            <a:off x="6230368" y="5737130"/>
            <a:ext cx="5510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가지 않은 방이 </a:t>
            </a:r>
            <a:r>
              <a:rPr lang="ko-KR" altLang="en-US" dirty="0" err="1"/>
              <a:t>잠겨있다고</a:t>
            </a:r>
            <a:r>
              <a:rPr lang="ko-KR" altLang="en-US" dirty="0"/>
              <a:t> 보여주는 자물쇠 레퍼런스 </a:t>
            </a:r>
            <a:r>
              <a:rPr lang="en-US" altLang="ko-KR" dirty="0"/>
              <a:t>(</a:t>
            </a:r>
            <a:r>
              <a:rPr lang="ko-KR" altLang="en-US" dirty="0"/>
              <a:t>위는 예시</a:t>
            </a:r>
            <a:r>
              <a:rPr lang="en-US" altLang="ko-KR" dirty="0"/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AE7310-3284-461B-807E-42DCAADC8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46" y="1825626"/>
            <a:ext cx="1755776" cy="1728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897491-F8E0-48DD-BCF5-498E1F50C202}"/>
              </a:ext>
            </a:extLst>
          </p:cNvPr>
          <p:cNvSpPr txBox="1"/>
          <p:nvPr/>
        </p:nvSpPr>
        <p:spPr>
          <a:xfrm>
            <a:off x="2647784" y="1979875"/>
            <a:ext cx="1836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주방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4409D39-CC68-4E8A-AD8F-617842CF7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621" y="1917000"/>
            <a:ext cx="1802227" cy="16372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E8C19D-99F2-4FC6-AD5D-138697A9DD96}"/>
              </a:ext>
            </a:extLst>
          </p:cNvPr>
          <p:cNvSpPr txBox="1"/>
          <p:nvPr/>
        </p:nvSpPr>
        <p:spPr>
          <a:xfrm>
            <a:off x="6448508" y="1979875"/>
            <a:ext cx="675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서재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8C9FBF4-0D85-4248-99FC-A2E378CC7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946" y="1825625"/>
            <a:ext cx="1964735" cy="19460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06CC78-FF14-48B2-9C85-E783C1A3D9E5}"/>
              </a:ext>
            </a:extLst>
          </p:cNvPr>
          <p:cNvSpPr txBox="1"/>
          <p:nvPr/>
        </p:nvSpPr>
        <p:spPr>
          <a:xfrm>
            <a:off x="9724445" y="1825625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가정부 방</a:t>
            </a:r>
          </a:p>
        </p:txBody>
      </p:sp>
    </p:spTree>
    <p:extLst>
      <p:ext uri="{BB962C8B-B14F-4D97-AF65-F5344CB8AC3E}">
        <p14:creationId xmlns:p14="http://schemas.microsoft.com/office/powerpoint/2010/main" val="1926330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5EB99-E3DA-46BF-9406-BE4AC1C4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자잘한 </a:t>
            </a:r>
            <a:r>
              <a:rPr lang="en-US" altLang="ko-KR" dirty="0"/>
              <a:t>QA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A92D8FF-7D62-4DD7-89C8-2C81C8238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공모전 때 있었던 유저 인풋 필드 버그 고치기</a:t>
            </a:r>
            <a:endParaRPr lang="en-US" altLang="ko-KR" dirty="0"/>
          </a:p>
          <a:p>
            <a:r>
              <a:rPr lang="ko-KR" altLang="en-US" dirty="0" err="1"/>
              <a:t>에로우</a:t>
            </a:r>
            <a:r>
              <a:rPr lang="ko-KR" altLang="en-US" dirty="0"/>
              <a:t> </a:t>
            </a:r>
            <a:r>
              <a:rPr lang="ko-KR" altLang="en-US" dirty="0" err="1"/>
              <a:t>마테리얼을</a:t>
            </a:r>
            <a:r>
              <a:rPr lang="ko-KR" altLang="en-US" dirty="0"/>
              <a:t> </a:t>
            </a:r>
            <a:r>
              <a:rPr lang="ko-KR" altLang="en-US"/>
              <a:t>모든 화살표에</a:t>
            </a:r>
            <a:r>
              <a:rPr lang="en-US" altLang="ko-KR"/>
              <a:t> </a:t>
            </a:r>
            <a:r>
              <a:rPr lang="ko-KR" altLang="en-US"/>
              <a:t>넣어주기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14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302</Words>
  <Application>Microsoft Office PowerPoint</Application>
  <PresentationFormat>와이드스크린</PresentationFormat>
  <Paragraphs>70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현재 플로우 직관성 + 맵 제작</vt:lpstr>
      <vt:lpstr>플로우 직관성 </vt:lpstr>
      <vt:lpstr>플로우 직관성 </vt:lpstr>
      <vt:lpstr>플로우 직관성 </vt:lpstr>
      <vt:lpstr>맵 구현 방식</vt:lpstr>
      <vt:lpstr>맵 구현 방식</vt:lpstr>
      <vt:lpstr>맵아트 레퍼런스 </vt:lpstr>
      <vt:lpstr>맵아트 레퍼런스 </vt:lpstr>
      <vt:lpstr>맵아트 레퍼런스 </vt:lpstr>
      <vt:lpstr>맵아트 레퍼런스 </vt:lpstr>
      <vt:lpstr>자잘한 QA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현재 플로우 직관성 + 맵 제작</dc:title>
  <dc:creator>기석 김</dc:creator>
  <cp:lastModifiedBy>기석 김</cp:lastModifiedBy>
  <cp:revision>6</cp:revision>
  <dcterms:created xsi:type="dcterms:W3CDTF">2026-01-05T08:28:08Z</dcterms:created>
  <dcterms:modified xsi:type="dcterms:W3CDTF">2026-01-05T09:01:20Z</dcterms:modified>
</cp:coreProperties>
</file>