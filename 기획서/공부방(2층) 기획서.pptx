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5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12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AB6AA-38F7-40F0-9901-D61DB22B1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B15AC5-3F23-437B-9269-0310196AA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B56D6D-097C-4862-BAA8-2CBCC1A9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117EB4-BEC3-45DA-B94D-63EA6DB7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337DF0-6001-4754-AAB0-9A8BDE34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84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F30C4-3D1E-453F-8D7D-E118B31D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E5865-690D-4155-9DAF-B2726E122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F1FC5C-E647-4C19-B6D7-2B54A383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19AA9-786B-429E-ACFD-3F537C30F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D574C0-3040-4676-A658-2C8E2CC3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04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3FBDD-8F70-488C-A95D-D0FAE59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BD92A-D438-4689-A3C6-BB05EF44C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DE08F-290A-4E31-8F1D-ED67B1EA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67F9CE-6A25-484A-B0DC-282ECBA0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D67CB0-9928-453A-9A5A-0AC1BDB9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630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0D633-3F77-4F74-9580-6EA3DE99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64E6E-9BDF-4BED-8815-72E9022CD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8DD259-4933-4B35-8D6C-6939F94CB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698190-DF07-4A3B-867A-E15652A4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0A3CC5-F1A4-40B1-BBB3-F7CAF731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1DD64A-529B-4745-BA98-ABD7FC0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2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0850-1E17-4FF0-B1F9-3D2978544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133D35-6A7E-46AA-ADF7-797DF1879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97C9AB-8B86-4E37-9C82-13CC7CACC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581F79-5AFF-4670-BA92-6CC727E19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1CE54D-C89C-4C81-98DB-0F5A8DDF6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D84EE0-D986-44B5-B60D-9F129F72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0F1B3A-C067-4217-95A9-4C16FDFD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C3AA9-BE84-4769-A1C8-5BD95DB9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69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2FB0E-761E-4C93-9B7F-D6D469C1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AE823E-4276-480D-8D02-15FB2C53A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80EED1-9A5B-4D71-A859-3A47CD0B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DAD75A-21C6-4A69-AB92-F22D8DDE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56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B4BDD1-C5B0-468F-94CF-66EA9C2F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DB95C2-53D6-4A31-B0E2-8C822F59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EA6109-486D-4F6B-B2BD-87CDE869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014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DD058-2FE0-4280-82AC-6A2C9BB6E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ACF8F2-0667-45D4-BE20-9432317B1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8A7D47-AEAD-4297-9950-D10C4B070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9F522B-8631-49C5-8394-B09F440F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8B8962-B09F-4220-94D2-F379F880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EACEB-EE40-4996-AE92-85BB1D02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39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EE4AE-175A-4172-8E7F-93D8BABA3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65646E-2161-4B32-BC5F-11356879C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D37835-64A1-46B7-870B-8BBE687A1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3E21A-5939-43A1-A345-0B563C1FB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1AD568-20AB-457D-BFC4-E22A38B2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39B99D-0FE1-4CEA-BD3E-AFB21D60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459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1F1D-F6DB-4956-85DB-5744D72D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700443-1A04-43F0-B876-385C820B5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4321D8-C122-4DDA-A123-B515C4BB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9F8685-67B0-4B0C-91C7-3D0DDC30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EA377B-5612-4A15-ACCE-AAFEFD76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89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3820C-2457-4FB2-A6DE-A7EF0A11A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8C04C1-2DD8-4338-8196-8183BC95A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06E1E-74A6-485F-B42D-7ED1C2E2B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71C614-C5B9-453D-A67A-212A1F2F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C67FAA-E73E-4C73-AAB8-2BB16220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05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CAE998-344E-4050-B2E7-AE5DD29B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407BB3-008C-4A40-9AC3-B49CB6B64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3638D5-D38E-4B3E-AC63-256E3145B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90351-ACD4-46F7-A49A-E91BFE87F2C3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A41D1-AC65-4BE4-BAE1-39CB9FCC2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4B81DD-FC6C-40E7-8D8C-B23E7685B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8C2B4-3B53-4359-9BC3-13A3D721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13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BF1FB-CA73-43EB-833D-866C9D4F3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공부방</a:t>
            </a:r>
            <a:r>
              <a:rPr lang="en-US" altLang="ko-KR" dirty="0"/>
              <a:t>(2</a:t>
            </a:r>
            <a:r>
              <a:rPr lang="ko-KR" altLang="en-US" dirty="0"/>
              <a:t>층</a:t>
            </a:r>
            <a:r>
              <a:rPr lang="en-US" altLang="ko-KR" dirty="0"/>
              <a:t>) </a:t>
            </a:r>
            <a:r>
              <a:rPr lang="ko-KR" altLang="en-US" dirty="0"/>
              <a:t>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32277F-B43E-4153-9235-FE9FBB9419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작성자 김기석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64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CF33-DB65-4F20-9239-004235A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8602B-8E80-44F6-B937-5823179C2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공부방 컨셉 이미지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필요 </a:t>
            </a:r>
            <a:r>
              <a:rPr lang="ko-KR" altLang="en-US" dirty="0" err="1"/>
              <a:t>에셋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필요한 기능</a:t>
            </a:r>
          </a:p>
        </p:txBody>
      </p:sp>
    </p:spTree>
    <p:extLst>
      <p:ext uri="{BB962C8B-B14F-4D97-AF65-F5344CB8AC3E}">
        <p14:creationId xmlns:p14="http://schemas.microsoft.com/office/powerpoint/2010/main" val="79572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CF33-DB65-4F20-9239-004235A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공부방 컨셉 이미지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8602B-8E80-44F6-B937-5823179C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5586" y="1765189"/>
            <a:ext cx="4937760" cy="4069867"/>
          </a:xfrm>
        </p:spPr>
        <p:txBody>
          <a:bodyPr/>
          <a:lstStyle/>
          <a:p>
            <a:r>
              <a:rPr lang="ko-KR" altLang="en-US" dirty="0" err="1"/>
              <a:t>컨셉이미지에서의</a:t>
            </a:r>
            <a:r>
              <a:rPr lang="ko-KR" altLang="en-US" dirty="0"/>
              <a:t> 수정 사항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-&gt;</a:t>
            </a:r>
            <a:r>
              <a:rPr lang="ko-KR" altLang="en-US" sz="1400" dirty="0"/>
              <a:t>사람이 화이트 보드를 정면으로 바라보는 시점 </a:t>
            </a:r>
            <a:endParaRPr lang="en-US" altLang="ko-KR" sz="1400" dirty="0"/>
          </a:p>
          <a:p>
            <a:r>
              <a:rPr lang="ko-KR" altLang="en-US" dirty="0"/>
              <a:t>창문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-&gt;</a:t>
            </a:r>
            <a:r>
              <a:rPr lang="ko-KR" altLang="en-US" sz="1400" dirty="0"/>
              <a:t>하나로 줄이고 긴 창문 이미지 변경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F95281-6E63-4AAB-851A-FB012A003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67" y="1690688"/>
            <a:ext cx="4874315" cy="2785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7A5BD-8DAE-45C4-A80E-F8125EF6896B}"/>
              </a:ext>
            </a:extLst>
          </p:cNvPr>
          <p:cNvSpPr txBox="1"/>
          <p:nvPr/>
        </p:nvSpPr>
        <p:spPr>
          <a:xfrm>
            <a:off x="731520" y="4762831"/>
            <a:ext cx="1725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창문 이미지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8CD5F0-75BC-4D25-8805-1C4853D81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18" y="5167312"/>
            <a:ext cx="1066795" cy="1562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B3622F-7ABC-4CD0-9B6B-85747E2810B2}"/>
              </a:ext>
            </a:extLst>
          </p:cNvPr>
          <p:cNvSpPr txBox="1"/>
          <p:nvPr/>
        </p:nvSpPr>
        <p:spPr>
          <a:xfrm>
            <a:off x="2446351" y="5234891"/>
            <a:ext cx="3649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참고 이미지와 같이 액자형 창문으로 변경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커튼 추가 </a:t>
            </a:r>
            <a:r>
              <a:rPr lang="en-US" altLang="ko-KR" dirty="0"/>
              <a:t>		</a:t>
            </a:r>
            <a:r>
              <a:rPr lang="ko-KR" altLang="en-US" dirty="0"/>
              <a:t>참고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D22B993-6776-48AC-B561-C4EB81FA2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761" y="4693543"/>
            <a:ext cx="1477846" cy="216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53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CF33-DB65-4F20-9239-004235A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공부방 컨셉 이미지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8602B-8E80-44F6-B937-5823179C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614" y="1781091"/>
            <a:ext cx="6130456" cy="406986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 err="1"/>
              <a:t>컨셉이미지에서의</a:t>
            </a:r>
            <a:r>
              <a:rPr lang="ko-KR" altLang="en-US" dirty="0"/>
              <a:t> 수정 사항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나무와 둥지 그리고 열쇠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-&gt;</a:t>
            </a:r>
            <a:r>
              <a:rPr lang="ko-KR" altLang="en-US" sz="1400" dirty="0"/>
              <a:t>창문 밖으로 보내기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r>
              <a:rPr lang="ko-KR" altLang="en-US" dirty="0"/>
              <a:t>커튼 추가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-&gt;</a:t>
            </a:r>
            <a:r>
              <a:rPr lang="ko-KR" altLang="en-US" sz="1400" dirty="0"/>
              <a:t>커튼 이미지는 전 슬라이드 참고</a:t>
            </a:r>
            <a:endParaRPr lang="en-US" altLang="ko-KR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78BF7F-8918-4840-83F2-3B89F2340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4503"/>
            <a:ext cx="3455504" cy="345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94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CF33-DB65-4F20-9239-004235A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공부방 컨셉 이미지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8602B-8E80-44F6-B937-5823179C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011"/>
            <a:ext cx="9829800" cy="4069867"/>
          </a:xfrm>
        </p:spPr>
        <p:txBody>
          <a:bodyPr/>
          <a:lstStyle/>
          <a:p>
            <a:r>
              <a:rPr lang="ko-KR" altLang="en-US" dirty="0"/>
              <a:t>화이트 보드를 눌렀을 때의 이미지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90B941-3DB2-4F7F-9506-9248CA518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36690" y="2145649"/>
            <a:ext cx="2850515" cy="403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0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CF33-DB65-4F20-9239-004235A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 </a:t>
            </a:r>
            <a:r>
              <a:rPr lang="ko-KR" altLang="en-US" dirty="0" err="1"/>
              <a:t>에셋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42F8582-8894-4231-9DAA-A071ABDC4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29" y="1965959"/>
            <a:ext cx="5502820" cy="36635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AE41D6-5A94-4EB5-8EA5-D59A63FE635D}"/>
              </a:ext>
            </a:extLst>
          </p:cNvPr>
          <p:cNvSpPr txBox="1"/>
          <p:nvPr/>
        </p:nvSpPr>
        <p:spPr>
          <a:xfrm>
            <a:off x="5918587" y="2464905"/>
            <a:ext cx="59952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창문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위 이미지 처럼 열쇠가 어디에 있는지 알려주기 위함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책상과 책장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저택 주인이 어떤 교육을 중요시 여겼는지 보여주기 위한 장치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화이트 보드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다음 퍼즐에 대한 힌트 및 앵무새가 내는 수수께끼에 대한 힌트를 주기 위함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6010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CF33-DB65-4F20-9239-004235A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 </a:t>
            </a:r>
            <a:r>
              <a:rPr lang="ko-KR" altLang="en-US" dirty="0" err="1"/>
              <a:t>에셋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8602B-8E80-44F6-B937-5823179C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011"/>
            <a:ext cx="9829800" cy="4069867"/>
          </a:xfrm>
        </p:spPr>
        <p:txBody>
          <a:bodyPr/>
          <a:lstStyle/>
          <a:p>
            <a:r>
              <a:rPr lang="ko-KR" altLang="en-US" dirty="0"/>
              <a:t>화이트 보드를 눌렀을 때의 이미지</a:t>
            </a:r>
            <a:endParaRPr lang="en-US" altLang="ko-KR" dirty="0"/>
          </a:p>
          <a:p>
            <a:endParaRPr lang="en-US" altLang="ko-KR" dirty="0"/>
          </a:p>
          <a:p>
            <a:pPr lvl="8"/>
            <a:r>
              <a:rPr lang="en-US" altLang="ko-KR" dirty="0"/>
              <a:t>-&gt; </a:t>
            </a:r>
            <a:r>
              <a:rPr lang="ko-KR" altLang="en-US" dirty="0"/>
              <a:t>빈 체크 박스 </a:t>
            </a:r>
            <a:r>
              <a:rPr lang="en-US" altLang="ko-KR" dirty="0"/>
              <a:t>+ </a:t>
            </a:r>
            <a:r>
              <a:rPr lang="ko-KR" altLang="en-US" dirty="0"/>
              <a:t>체크 된 체크 박스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90B941-3DB2-4F7F-9506-9248CA518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36690" y="2145649"/>
            <a:ext cx="2850515" cy="403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13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CF33-DB65-4F20-9239-004235A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 기능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42F8582-8894-4231-9DAA-A071ABDC4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29" y="1965959"/>
            <a:ext cx="5502820" cy="36635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AE41D6-5A94-4EB5-8EA5-D59A63FE635D}"/>
              </a:ext>
            </a:extLst>
          </p:cNvPr>
          <p:cNvSpPr txBox="1"/>
          <p:nvPr/>
        </p:nvSpPr>
        <p:spPr>
          <a:xfrm>
            <a:off x="5918587" y="2464905"/>
            <a:ext cx="59952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창문 </a:t>
            </a:r>
            <a:endParaRPr lang="en-US" altLang="ko-KR" dirty="0"/>
          </a:p>
          <a:p>
            <a:r>
              <a:rPr lang="en-US" altLang="ko-KR" dirty="0"/>
              <a:t>-&gt;</a:t>
            </a:r>
            <a:r>
              <a:rPr lang="ko-KR" altLang="en-US" dirty="0"/>
              <a:t>클릭 시 패널 열림 </a:t>
            </a:r>
            <a:endParaRPr lang="en-US" altLang="ko-KR" dirty="0"/>
          </a:p>
          <a:p>
            <a:r>
              <a:rPr lang="en-US" altLang="ko-KR" dirty="0"/>
              <a:t>	-&gt; </a:t>
            </a:r>
            <a:r>
              <a:rPr lang="ko-KR" altLang="en-US" dirty="0"/>
              <a:t>패널 이미지 </a:t>
            </a:r>
            <a:r>
              <a:rPr lang="en-US" altLang="ko-KR" dirty="0"/>
              <a:t>= </a:t>
            </a:r>
            <a:r>
              <a:rPr lang="ko-KR" altLang="en-US" dirty="0"/>
              <a:t>위 창문 이미지 처럼 </a:t>
            </a:r>
            <a:endParaRPr lang="en-US" altLang="ko-KR" dirty="0"/>
          </a:p>
          <a:p>
            <a:r>
              <a:rPr lang="en-US" altLang="ko-KR" dirty="0"/>
              <a:t>	-&gt; </a:t>
            </a:r>
            <a:r>
              <a:rPr lang="ko-KR" altLang="en-US" dirty="0"/>
              <a:t>대사 처리 </a:t>
            </a:r>
            <a:r>
              <a:rPr lang="en-US" altLang="ko-KR" dirty="0"/>
              <a:t>= </a:t>
            </a:r>
            <a:r>
              <a:rPr lang="ko-KR" altLang="en-US" dirty="0"/>
              <a:t>임시로 </a:t>
            </a:r>
            <a:r>
              <a:rPr lang="en-US" altLang="ko-KR" dirty="0"/>
              <a:t>“</a:t>
            </a:r>
            <a:r>
              <a:rPr lang="ko-KR" altLang="en-US" dirty="0"/>
              <a:t>저기 열쇠가 있네</a:t>
            </a:r>
            <a:r>
              <a:rPr lang="en-US" altLang="ko-KR" dirty="0"/>
              <a:t>”</a:t>
            </a:r>
            <a:r>
              <a:rPr lang="ko-KR" altLang="en-US" dirty="0"/>
              <a:t> 정도</a:t>
            </a:r>
            <a:endParaRPr lang="en-US" altLang="ko-KR" dirty="0"/>
          </a:p>
          <a:p>
            <a:r>
              <a:rPr lang="en-US" altLang="ko-KR" dirty="0"/>
              <a:t>		(</a:t>
            </a:r>
            <a:r>
              <a:rPr lang="ko-KR" altLang="en-US" dirty="0"/>
              <a:t>다음 달에 대사 스크립트 뽑을 예정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	-&gt; </a:t>
            </a:r>
            <a:r>
              <a:rPr lang="ko-KR" altLang="en-US" dirty="0"/>
              <a:t>백스페이스 필요</a:t>
            </a:r>
            <a:endParaRPr lang="en-US" altLang="ko-KR" dirty="0"/>
          </a:p>
          <a:p>
            <a:r>
              <a:rPr lang="en-US" altLang="ko-KR" dirty="0"/>
              <a:t>	-&gt; </a:t>
            </a:r>
            <a:r>
              <a:rPr lang="ko-KR" altLang="en-US" dirty="0"/>
              <a:t>창문을 눌렀을 경우 책상 위에 앵무새가 있</a:t>
            </a:r>
            <a:r>
              <a:rPr lang="en-US" altLang="ko-KR" dirty="0"/>
              <a:t>	</a:t>
            </a:r>
            <a:r>
              <a:rPr lang="ko-KR" altLang="en-US" dirty="0"/>
              <a:t>도록 함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책상과 책장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대사 처리 </a:t>
            </a:r>
            <a:r>
              <a:rPr lang="en-US" altLang="ko-KR" dirty="0"/>
              <a:t>=</a:t>
            </a:r>
            <a:r>
              <a:rPr lang="ko-KR" altLang="en-US" dirty="0"/>
              <a:t>클릭 시 성경과 세계사에 대한 책이 올려져 있다</a:t>
            </a:r>
            <a:endParaRPr lang="en-US" altLang="ko-KR" dirty="0"/>
          </a:p>
          <a:p>
            <a:r>
              <a:rPr lang="en-US" altLang="ko-KR" dirty="0"/>
              <a:t>-&gt; if </a:t>
            </a:r>
            <a:r>
              <a:rPr lang="ko-KR" altLang="en-US" dirty="0"/>
              <a:t>창문을 클릭 했을 경우 책상에 대한 클릭 </a:t>
            </a:r>
            <a:r>
              <a:rPr lang="en-US" altLang="ko-KR" dirty="0"/>
              <a:t>=&gt; false</a:t>
            </a:r>
          </a:p>
          <a:p>
            <a:r>
              <a:rPr lang="en-US" altLang="ko-KR" dirty="0"/>
              <a:t>+ </a:t>
            </a:r>
            <a:r>
              <a:rPr lang="ko-KR" altLang="en-US" dirty="0"/>
              <a:t>클릭 처리 앵무새에게 들어가도록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46014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CF33-DB65-4F20-9239-004235A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 기능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42F8582-8894-4231-9DAA-A071ABDC4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29" y="1965959"/>
            <a:ext cx="5502820" cy="36635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AE41D6-5A94-4EB5-8EA5-D59A63FE635D}"/>
              </a:ext>
            </a:extLst>
          </p:cNvPr>
          <p:cNvSpPr txBox="1"/>
          <p:nvPr/>
        </p:nvSpPr>
        <p:spPr>
          <a:xfrm>
            <a:off x="5918587" y="1965959"/>
            <a:ext cx="59952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dirty="0"/>
              <a:t>화이트 보트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 err="1"/>
              <a:t>성유물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가지의 이름이 나옴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엘레나의</a:t>
            </a:r>
            <a:r>
              <a:rPr lang="ko-KR" altLang="en-US" dirty="0"/>
              <a:t> 성정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보목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성배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이는 지금 자신이 모으고 있는 것이 성유물임을 밝히기 위함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성유물의 이름 뒤에는 네모 박스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저 이름 중 하나의 이름을 가진 아이템이 인벤토리에 있으면 해당 아이템 이름의 네모 박스에 체크 표시가 있는 네모박스</a:t>
            </a:r>
            <a:r>
              <a:rPr lang="en-US" altLang="ko-KR" dirty="0"/>
              <a:t>(</a:t>
            </a:r>
            <a:r>
              <a:rPr lang="ko-KR" altLang="en-US" dirty="0"/>
              <a:t>체크 리스트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스토리 진행의 길잡이를 위함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73444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CF33-DB65-4F20-9239-004235A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8602B-8E80-44F6-B937-5823179C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011"/>
            <a:ext cx="9829800" cy="4069867"/>
          </a:xfrm>
        </p:spPr>
        <p:txBody>
          <a:bodyPr/>
          <a:lstStyle/>
          <a:p>
            <a:r>
              <a:rPr lang="ko-KR" altLang="en-US" dirty="0"/>
              <a:t>화이트 보드를 눌렀을 때의 이미지</a:t>
            </a:r>
            <a:endParaRPr lang="en-US" altLang="ko-KR" dirty="0"/>
          </a:p>
          <a:p>
            <a:pPr marL="3657600" lvl="8" indent="0">
              <a:buNone/>
            </a:pPr>
            <a:endParaRPr lang="en-US" altLang="ko-KR" dirty="0"/>
          </a:p>
          <a:p>
            <a:pPr marL="3657600" lvl="8" indent="0">
              <a:buNone/>
            </a:pPr>
            <a:endParaRPr lang="en-US" altLang="ko-KR" dirty="0"/>
          </a:p>
          <a:p>
            <a:pPr marL="3657600" lvl="8" indent="0">
              <a:buNone/>
            </a:pPr>
            <a:endParaRPr lang="en-US" altLang="ko-KR" dirty="0"/>
          </a:p>
          <a:p>
            <a:pPr marL="3657600" lvl="8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아이템을 먹었을 경우 체크 표시 화살표 가리키는</a:t>
            </a:r>
            <a:endParaRPr lang="en-US" altLang="ko-KR" dirty="0"/>
          </a:p>
          <a:p>
            <a:pPr marL="3657600" lvl="8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곳 처럼 </a:t>
            </a:r>
            <a:endParaRPr lang="en-US" altLang="ko-KR" dirty="0"/>
          </a:p>
          <a:p>
            <a:pPr marL="3657600" lvl="8" indent="0">
              <a:buNone/>
            </a:pPr>
            <a:r>
              <a:rPr lang="en-US" altLang="ko-KR" dirty="0"/>
              <a:t>	=&gt; </a:t>
            </a:r>
            <a:r>
              <a:rPr lang="ko-KR" altLang="en-US" dirty="0"/>
              <a:t>해당 아이템을 인벤토리에 넣을 때 </a:t>
            </a:r>
            <a:r>
              <a:rPr lang="ko-KR" altLang="en-US" dirty="0" err="1"/>
              <a:t>플레그</a:t>
            </a:r>
            <a:r>
              <a:rPr lang="ko-KR" altLang="en-US" dirty="0"/>
              <a:t> </a:t>
            </a:r>
            <a:r>
              <a:rPr lang="en-US" altLang="ko-KR" dirty="0"/>
              <a:t>	true</a:t>
            </a:r>
          </a:p>
          <a:p>
            <a:pPr marL="3657600" lvl="8" indent="0">
              <a:buNone/>
            </a:pPr>
            <a:r>
              <a:rPr lang="en-US" altLang="ko-KR" dirty="0"/>
              <a:t>	</a:t>
            </a:r>
          </a:p>
          <a:p>
            <a:pPr marL="3657600" lvl="8" indent="0">
              <a:buNone/>
            </a:pPr>
            <a:r>
              <a:rPr lang="en-US" altLang="ko-KR" dirty="0"/>
              <a:t>	=&gt; </a:t>
            </a:r>
            <a:r>
              <a:rPr lang="ko-KR" altLang="en-US" dirty="0"/>
              <a:t>빈 박스 </a:t>
            </a:r>
            <a:r>
              <a:rPr lang="en-US" altLang="ko-KR" dirty="0" err="1"/>
              <a:t>setActive</a:t>
            </a:r>
            <a:r>
              <a:rPr lang="en-US" altLang="ko-KR" dirty="0"/>
              <a:t>(false)</a:t>
            </a:r>
          </a:p>
          <a:p>
            <a:pPr marL="3657600" lvl="8" indent="0">
              <a:buNone/>
            </a:pPr>
            <a:r>
              <a:rPr lang="en-US" altLang="ko-KR" dirty="0"/>
              <a:t>	=&gt; </a:t>
            </a:r>
            <a:r>
              <a:rPr lang="ko-KR" altLang="en-US" dirty="0"/>
              <a:t>체크가 된 박스 </a:t>
            </a:r>
            <a:r>
              <a:rPr lang="en-US" altLang="ko-KR" dirty="0" err="1"/>
              <a:t>setActive</a:t>
            </a:r>
            <a:r>
              <a:rPr lang="en-US" altLang="ko-KR" dirty="0"/>
              <a:t>(true)</a:t>
            </a:r>
          </a:p>
          <a:p>
            <a:pPr marL="3657600" lvl="8" indent="0">
              <a:buNone/>
            </a:pPr>
            <a:r>
              <a:rPr lang="en-US" altLang="ko-KR" dirty="0"/>
              <a:t>	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90B941-3DB2-4F7F-9506-9248CA518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36690" y="2145649"/>
            <a:ext cx="2850515" cy="403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35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211</Words>
  <Application>Microsoft Office PowerPoint</Application>
  <PresentationFormat>와이드스크린</PresentationFormat>
  <Paragraphs>78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공부방(2층) 기획서</vt:lpstr>
      <vt:lpstr>목차</vt:lpstr>
      <vt:lpstr>공부방 컨셉 이미지</vt:lpstr>
      <vt:lpstr>공부방 컨셉 이미지</vt:lpstr>
      <vt:lpstr>공부방 컨셉 이미지</vt:lpstr>
      <vt:lpstr>필요 에셋</vt:lpstr>
      <vt:lpstr>필요 에셋</vt:lpstr>
      <vt:lpstr>필요 기능</vt:lpstr>
      <vt:lpstr>필요 기능</vt:lpstr>
      <vt:lpstr>필요 기능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공부방(2층) 기획서</dc:title>
  <dc:creator>user</dc:creator>
  <cp:lastModifiedBy>user</cp:lastModifiedBy>
  <cp:revision>7</cp:revision>
  <dcterms:created xsi:type="dcterms:W3CDTF">2025-10-24T05:57:21Z</dcterms:created>
  <dcterms:modified xsi:type="dcterms:W3CDTF">2025-10-24T07:18:07Z</dcterms:modified>
</cp:coreProperties>
</file>