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1D7B3-6707-4170-9114-89DA739A2C4E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6DA3F-5191-4F02-8526-88EC3D7C9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7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6DA3F-5191-4F02-8526-88EC3D7C93E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52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E5FB4-8361-4E4D-9FC4-12F6FFFFB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BA5882-F594-4ED5-89B2-6E977B4DD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C4182-1E8D-44EA-B927-2ED42433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778078-210C-47E5-A2BA-132B5AD6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7B0A07-F3CE-4164-AABA-13F58C21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3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E13A1-3D0B-4A6C-A2D9-DCA58915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C4CFD-4EFB-4861-B694-319E3161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54F25-B103-463A-93AB-97A904DB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44761C-A17A-4E09-9227-99BD8387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3F689A-7ABE-495B-BF1A-0D34B10B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7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0E250-87FA-48E2-9A0A-B94CBBC8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5E0C0D-E209-46F2-AC75-26D1E153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A7252-439A-4597-A82A-4D0A284A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1E23A-7F2A-4051-B0C2-62200D6F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8FBA68-2F2E-44D2-80E9-D43C8DBD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15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B2712-273F-4932-A227-AA971A5B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ECEC85-C8DC-4AF3-92EF-8AFFE753F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1B3E2B-DE27-42C3-BF02-2468915F3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F4C96A-F66D-4D47-A15F-BCBEDDC3E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BE0736-092A-4C4D-87F8-76A6E906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FF8D34-D424-4889-8736-CDAAEA22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08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B63A7-4AC7-412E-8A91-EBC8AE60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4403BC-E78D-41E0-8E02-D5E40F743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BA1F8F-CB8F-4D01-832A-A0FE8182D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9A3707-7E61-4F1B-B7E1-8558F8DB8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B2B663-ECE4-41C9-BA92-686354473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2227C0-2E32-432D-9B88-464D851E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1548BB-5E63-4A3D-B316-0755CA5E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290091-A0EB-4C12-9B19-7B19D493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71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BE27D-1A50-4CF6-B5C6-65245899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F238DA-00F9-4EAB-87E4-CCEAAF6B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86A25E-E7FD-423B-8369-645E4C52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C6BE6B-F746-49C5-B945-1FCB9D87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02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0A766E-60B4-4427-8427-09F734C6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0D2003-A39E-4664-8678-71D9DE13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2537DA-672B-49AE-95C7-9F3B8BF2A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54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EC5F-8852-42B7-8FDE-351AF6A9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8B2AF-C815-4CD3-8F94-6A292CB5A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16A116-678E-4226-8975-AF19279C2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F3157D-F8B5-4348-8358-0BE69383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849658-9092-4E8C-8CF1-8BD8796D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4DA9C8-4FBF-4C48-8E52-B70A9EDE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5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209C3-9841-40F0-B0A4-366344C4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17B3D8-8E6C-45DB-B925-57C902ACF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B0CC4F-23B5-4E40-AB12-6EF79967A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F700AF-8C10-4D52-A509-CED705AD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9336F6-6C85-4CAF-9F58-372787FC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57D2-3C2E-4CCB-A73E-1178E7BE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92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139CA-E975-4209-82ED-994F1D0A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251830-10FC-4730-AD75-8AF3E14FB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040414-D276-4090-BA64-C9C9A973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84170-7CF6-4C35-A2B3-08BD43BD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8BA9B-EC1C-4E16-8F41-B6C43DE1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90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61AFDE-AC18-4FA0-947F-451F2B179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3E1879-FE5B-4836-9EC9-F8BE8D914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F1E4E1-466A-4F18-B78F-EFB0D0AD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9A4ED-B9A3-4A07-BAE7-649F92CE7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921C38-8E19-4DBF-A977-A1B75299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698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8A19CD-7240-4B48-B6FF-D80064061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54C714-FF95-4F39-83ED-5C1CF053A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914BB-4389-4FBF-A08D-CAAAB63B5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BEC8F-7915-457F-A18E-39879BB40B68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1F86-02E6-481A-8E36-D9BE0F9B2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9A338F-6E40-4453-B07C-545C72EB6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93B7C-32BA-474C-AF86-336B91EAF9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84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3F077-C0DC-4C48-882F-8BD413F18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104140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/>
              <a:t>오프닝 컨텐츠 컨셉</a:t>
            </a:r>
            <a:br>
              <a:rPr lang="en-US" altLang="ko-KR" sz="4400" dirty="0"/>
            </a:br>
            <a:r>
              <a:rPr lang="en-US" altLang="ko-KR" sz="4400" dirty="0"/>
              <a:t>+</a:t>
            </a:r>
            <a:r>
              <a:rPr lang="ko-KR" altLang="en-US" sz="4400" dirty="0"/>
              <a:t>시스템  기획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2262E-3C93-43E2-A7F3-79E0B7701279}"/>
              </a:ext>
            </a:extLst>
          </p:cNvPr>
          <p:cNvSpPr txBox="1"/>
          <p:nvPr/>
        </p:nvSpPr>
        <p:spPr>
          <a:xfrm>
            <a:off x="618067" y="3598333"/>
            <a:ext cx="469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작성자 </a:t>
            </a:r>
            <a:r>
              <a:rPr lang="en-US" altLang="ko-KR" dirty="0"/>
              <a:t>:</a:t>
            </a:r>
            <a:r>
              <a:rPr lang="ko-KR" altLang="en-US" dirty="0"/>
              <a:t> 김기석</a:t>
            </a:r>
          </a:p>
        </p:txBody>
      </p:sp>
    </p:spTree>
    <p:extLst>
      <p:ext uri="{BB962C8B-B14F-4D97-AF65-F5344CB8AC3E}">
        <p14:creationId xmlns:p14="http://schemas.microsoft.com/office/powerpoint/2010/main" val="285838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525874" y="15732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오프닝 컨셉 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D49008-8282-4FD7-9136-16AE273DF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2307166"/>
            <a:ext cx="3988741" cy="224366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4817532" y="2867334"/>
            <a:ext cx="6383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구청 민원 팀 공무원인 주인공이 한 민원 전화를 받는다</a:t>
            </a:r>
            <a:r>
              <a:rPr lang="en-US" altLang="ko-KR" dirty="0"/>
              <a:t>. </a:t>
            </a:r>
            <a:r>
              <a:rPr lang="ko-KR" altLang="en-US" dirty="0"/>
              <a:t>그리고 그 민원의 내용은 어떤 저택에 썩은 내가 난다는 민원 내용으로 말단 공무원인 주인공이 민원의 저택으로 가게 됨 </a:t>
            </a:r>
          </a:p>
        </p:txBody>
      </p:sp>
    </p:spTree>
    <p:extLst>
      <p:ext uri="{BB962C8B-B14F-4D97-AF65-F5344CB8AC3E}">
        <p14:creationId xmlns:p14="http://schemas.microsoft.com/office/powerpoint/2010/main" val="419927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525874" y="15732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오프닝 컨셉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4817532" y="2867334"/>
            <a:ext cx="6383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그렇게 주인공은 문제의 저택에 도착을 하고 초인종을 눌러 본다</a:t>
            </a:r>
            <a:r>
              <a:rPr lang="en-US" altLang="ko-KR" dirty="0"/>
              <a:t>. </a:t>
            </a:r>
            <a:r>
              <a:rPr lang="ko-KR" altLang="en-US" dirty="0"/>
              <a:t>하지만 아무런 반응이 </a:t>
            </a:r>
            <a:r>
              <a:rPr lang="ko-KR" altLang="en-US" dirty="0" err="1"/>
              <a:t>없자</a:t>
            </a:r>
            <a:r>
              <a:rPr lang="ko-KR" altLang="en-US" dirty="0"/>
              <a:t> 주인공은 저택의 철창을 열어 보는데 그대로 열려버린다</a:t>
            </a:r>
            <a:r>
              <a:rPr lang="en-US" altLang="ko-KR" dirty="0"/>
              <a:t>. </a:t>
            </a:r>
            <a:r>
              <a:rPr lang="ko-KR" altLang="en-US" dirty="0"/>
              <a:t>그리고 그렇게 주인공은 저택에 들어가게 되는 것을 끝으로 오프닝이 끝나게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03B110-ACF8-4436-A45B-B0EF4820B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2" y="2307736"/>
            <a:ext cx="4635970" cy="260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6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525874" y="15732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개발 방식</a:t>
            </a:r>
            <a:r>
              <a:rPr lang="en-US" altLang="ko-KR" b="1" dirty="0"/>
              <a:t>(</a:t>
            </a:r>
            <a:r>
              <a:rPr lang="en-US" altLang="ko-KR" b="1" dirty="0" err="1"/>
              <a:t>Opening_Office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BD49008-8282-4FD7-9136-16AE273DF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2307166"/>
            <a:ext cx="3988741" cy="224366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4859866" y="2307166"/>
            <a:ext cx="68834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사진의 </a:t>
            </a:r>
            <a:r>
              <a:rPr lang="ko-KR" altLang="en-US" dirty="0" err="1"/>
              <a:t>스프라이트를</a:t>
            </a:r>
            <a:r>
              <a:rPr lang="ko-KR" altLang="en-US" dirty="0"/>
              <a:t> 배경으로 </a:t>
            </a:r>
            <a:r>
              <a:rPr lang="ko-KR" altLang="en-US" dirty="0" err="1"/>
              <a:t>대사창</a:t>
            </a:r>
            <a:r>
              <a:rPr lang="ko-KR" altLang="en-US" dirty="0"/>
              <a:t> </a:t>
            </a:r>
            <a:r>
              <a:rPr lang="ko-KR" altLang="en-US" dirty="0" err="1"/>
              <a:t>스프라이트를</a:t>
            </a:r>
            <a:r>
              <a:rPr lang="ko-KR" altLang="en-US" dirty="0"/>
              <a:t> 띄워 거기에 주인공과 민원인의 대사를 출력하도록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대사의 길이는 </a:t>
            </a:r>
            <a:r>
              <a:rPr lang="en-US" altLang="ko-KR" dirty="0"/>
              <a:t>30</a:t>
            </a:r>
            <a:r>
              <a:rPr lang="ko-KR" altLang="en-US" dirty="0"/>
              <a:t>자가 넘지 말아야 하며 넘는다면 다음 대사창으로 넘겨 대사를 이어가야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별도의 클릭이나 버튼을 누르는 등 플레이어의 조작이 없는 씬</a:t>
            </a:r>
            <a:r>
              <a:rPr lang="en-US" altLang="ko-KR" dirty="0"/>
              <a:t>. </a:t>
            </a:r>
            <a:r>
              <a:rPr lang="ko-KR" altLang="en-US" dirty="0"/>
              <a:t>주인공이 본 무대인 저택으로 가기까지의 정당성을 부여하기 위한 대화를 위한 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대화가 끝이 난다면 </a:t>
            </a:r>
            <a:r>
              <a:rPr lang="en-US" altLang="ko-KR" dirty="0"/>
              <a:t>Fade out 1</a:t>
            </a:r>
            <a:r>
              <a:rPr lang="ko-KR" altLang="en-US" dirty="0"/>
              <a:t>초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en-US" altLang="ko-KR" dirty="0" err="1"/>
              <a:t>Opening_Mention</a:t>
            </a:r>
            <a:r>
              <a:rPr lang="ko-KR" altLang="en-US" dirty="0" err="1"/>
              <a:t>씬을</a:t>
            </a:r>
            <a:r>
              <a:rPr lang="ko-KR" altLang="en-US" dirty="0"/>
              <a:t> 로드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3686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181562" y="1310733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개발 방식 </a:t>
            </a:r>
            <a:r>
              <a:rPr lang="en-US" altLang="ko-KR" b="1" dirty="0"/>
              <a:t>(</a:t>
            </a:r>
            <a:r>
              <a:rPr lang="en-US" altLang="ko-KR" b="1" dirty="0" err="1"/>
              <a:t>Opening_Mention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5283198" y="1680064"/>
            <a:ext cx="638386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씬이</a:t>
            </a:r>
            <a:r>
              <a:rPr lang="ko-KR" altLang="en-US" dirty="0"/>
              <a:t> 로드 된 후 </a:t>
            </a:r>
            <a:r>
              <a:rPr lang="en-US" altLang="ko-KR" dirty="0"/>
              <a:t>1</a:t>
            </a:r>
            <a:r>
              <a:rPr lang="ko-KR" altLang="en-US" dirty="0"/>
              <a:t>초 </a:t>
            </a:r>
            <a:r>
              <a:rPr lang="ko-KR" altLang="en-US" dirty="0" err="1"/>
              <a:t>페이드</a:t>
            </a:r>
            <a:r>
              <a:rPr lang="ko-KR" altLang="en-US" dirty="0"/>
              <a:t> 인 오피스 </a:t>
            </a:r>
            <a:r>
              <a:rPr lang="ko-KR" altLang="en-US" dirty="0" err="1"/>
              <a:t>씬에서</a:t>
            </a:r>
            <a:r>
              <a:rPr lang="ko-KR" altLang="en-US" dirty="0"/>
              <a:t> </a:t>
            </a:r>
            <a:r>
              <a:rPr lang="ko-KR" altLang="en-US" dirty="0" err="1"/>
              <a:t>페이드</a:t>
            </a:r>
            <a:r>
              <a:rPr lang="ko-KR" altLang="en-US" dirty="0"/>
              <a:t> 아웃을 하였기 오피스 </a:t>
            </a:r>
            <a:r>
              <a:rPr lang="ko-KR" altLang="en-US" dirty="0" err="1"/>
              <a:t>씬에서</a:t>
            </a:r>
            <a:r>
              <a:rPr lang="ko-KR" altLang="en-US" dirty="0"/>
              <a:t> </a:t>
            </a:r>
            <a:r>
              <a:rPr lang="ko-KR" altLang="en-US" dirty="0" err="1"/>
              <a:t>페이드</a:t>
            </a:r>
            <a:r>
              <a:rPr lang="ko-KR" altLang="en-US" dirty="0"/>
              <a:t> 아웃을 한 다음 </a:t>
            </a:r>
            <a:r>
              <a:rPr lang="ko-KR" altLang="en-US" dirty="0" err="1"/>
              <a:t>씬이</a:t>
            </a:r>
            <a:r>
              <a:rPr lang="ko-KR" altLang="en-US" dirty="0"/>
              <a:t> 전환 되기 때문에 부드러운 화면 전환을 위해 </a:t>
            </a:r>
            <a:r>
              <a:rPr lang="en-US" altLang="ko-KR" dirty="0"/>
              <a:t>1</a:t>
            </a:r>
            <a:r>
              <a:rPr lang="ko-KR" altLang="en-US" dirty="0"/>
              <a:t>초의 </a:t>
            </a:r>
            <a:r>
              <a:rPr lang="ko-KR" altLang="en-US" dirty="0" err="1"/>
              <a:t>페이드</a:t>
            </a:r>
            <a:r>
              <a:rPr lang="ko-KR" altLang="en-US" dirty="0"/>
              <a:t> 인 필요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주인공의 대사가 다 끝나기 전까지는 다른 오브젝트와 마우스와의 상호작용은 비활성화</a:t>
            </a:r>
            <a:r>
              <a:rPr lang="en-US" altLang="ko-KR" dirty="0"/>
              <a:t>. </a:t>
            </a:r>
            <a:r>
              <a:rPr lang="ko-KR" altLang="en-US" dirty="0"/>
              <a:t>오브젝트의 상호작용 비활성화는 순서 상 </a:t>
            </a:r>
            <a:r>
              <a:rPr lang="ko-KR" altLang="en-US" dirty="0" err="1"/>
              <a:t>씬의</a:t>
            </a:r>
            <a:r>
              <a:rPr lang="ko-KR" altLang="en-US" dirty="0"/>
              <a:t> </a:t>
            </a:r>
            <a:r>
              <a:rPr lang="ko-KR" altLang="en-US" dirty="0" err="1"/>
              <a:t>페이드</a:t>
            </a:r>
            <a:r>
              <a:rPr lang="ko-KR" altLang="en-US" dirty="0"/>
              <a:t> 인 이전에 비활성화 하는 것이 좋음</a:t>
            </a:r>
            <a:r>
              <a:rPr lang="en-US" altLang="ko-KR" dirty="0"/>
              <a:t>. </a:t>
            </a:r>
            <a:r>
              <a:rPr lang="ko-KR" altLang="en-US" dirty="0"/>
              <a:t>이는 유저가 대사가 나오기 전 아무 곳에서나 클릭을 할 경우를 대비해 대사를 넘기고 </a:t>
            </a:r>
            <a:r>
              <a:rPr lang="ko-KR" altLang="en-US" dirty="0" err="1"/>
              <a:t>씬이</a:t>
            </a:r>
            <a:r>
              <a:rPr lang="ko-KR" altLang="en-US" dirty="0"/>
              <a:t> 넘어가거나 대사 창이 겹칠 수 있는 가능성을 배제하기 위함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주인공의 대사가 다 끝나면 초인종과 펜스의 상호작용 활성화</a:t>
            </a:r>
            <a:r>
              <a:rPr lang="en-US" altLang="ko-KR" dirty="0"/>
              <a:t>. </a:t>
            </a:r>
            <a:r>
              <a:rPr lang="ko-KR" altLang="en-US" dirty="0"/>
              <a:t>기본적으로 초인종과의 상호작용 이후 펜스와의 상호작용을 전제로 하나 펜스와의 상호작용을 했을 경우에 자연스럽게 유저를 초인종과의 상호작용으로 유도하는 대사를 출력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2FB0F2-C71C-40B1-B536-A5C892BD2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2" y="2218266"/>
            <a:ext cx="474133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7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181562" y="1310733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개발 방식 </a:t>
            </a:r>
            <a:r>
              <a:rPr lang="en-US" altLang="ko-KR" b="1" dirty="0"/>
              <a:t>(</a:t>
            </a:r>
            <a:r>
              <a:rPr lang="en-US" altLang="ko-KR" b="1" dirty="0" err="1"/>
              <a:t>Opening_Mention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5122332" y="2218266"/>
            <a:ext cx="6680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초인종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 err="1"/>
              <a:t>씬이</a:t>
            </a:r>
            <a:r>
              <a:rPr lang="ko-KR" altLang="en-US" dirty="0"/>
              <a:t> 시작되었을 </a:t>
            </a:r>
            <a:r>
              <a:rPr lang="ko-KR" altLang="en-US" dirty="0" err="1"/>
              <a:t>떄</a:t>
            </a:r>
            <a:r>
              <a:rPr lang="ko-KR" altLang="en-US" dirty="0"/>
              <a:t> 특히 </a:t>
            </a:r>
            <a:r>
              <a:rPr lang="ko-KR" altLang="en-US" dirty="0" err="1"/>
              <a:t>씬이</a:t>
            </a:r>
            <a:r>
              <a:rPr lang="ko-KR" altLang="en-US" dirty="0"/>
              <a:t> </a:t>
            </a:r>
            <a:r>
              <a:rPr lang="ko-KR" altLang="en-US" dirty="0" err="1"/>
              <a:t>로드된</a:t>
            </a:r>
            <a:r>
              <a:rPr lang="ko-KR" altLang="en-US" dirty="0"/>
              <a:t> 직후 상호작용 비활성화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 커서가 초인종을 가리켰을 때 마우스 변화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마우스로 초인종을 클릭 했을 때 이것은 초인종이라는 대사가 나오고 벨 소리 출력 후 반응이 없다는 대사 후 철창을 건드려 보자는 대사 출력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2FB0F2-C71C-40B1-B536-A5C892BD2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2" y="2218266"/>
            <a:ext cx="4741333" cy="2667000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A3D127C5-681F-444D-A627-BFE3EEE1E82C}"/>
              </a:ext>
            </a:extLst>
          </p:cNvPr>
          <p:cNvSpPr/>
          <p:nvPr/>
        </p:nvSpPr>
        <p:spPr>
          <a:xfrm>
            <a:off x="4326467" y="4538133"/>
            <a:ext cx="364066" cy="347133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C296D2A-AEEA-4E7F-B2F1-A1328644818F}"/>
              </a:ext>
            </a:extLst>
          </p:cNvPr>
          <p:cNvSpPr/>
          <p:nvPr/>
        </p:nvSpPr>
        <p:spPr>
          <a:xfrm>
            <a:off x="4326467" y="3363098"/>
            <a:ext cx="364066" cy="10244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575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064EC63-649F-4A47-B81E-977DE64F8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1" y="2169299"/>
            <a:ext cx="4729105" cy="325783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181562" y="1310733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개발 방식 </a:t>
            </a:r>
            <a:r>
              <a:rPr lang="en-US" altLang="ko-KR" b="1" dirty="0"/>
              <a:t>(</a:t>
            </a:r>
            <a:r>
              <a:rPr lang="en-US" altLang="ko-KR" b="1" dirty="0" err="1"/>
              <a:t>Opening_Mention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5122332" y="2218266"/>
            <a:ext cx="69596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철창 </a:t>
            </a:r>
            <a:endParaRPr lang="en-US" altLang="ko-KR" b="1" dirty="0"/>
          </a:p>
          <a:p>
            <a:r>
              <a:rPr lang="ko-KR" altLang="en-US" dirty="0" err="1"/>
              <a:t>씬이</a:t>
            </a:r>
            <a:r>
              <a:rPr lang="ko-KR" altLang="en-US" dirty="0"/>
              <a:t> 시작되었을 </a:t>
            </a:r>
            <a:r>
              <a:rPr lang="ko-KR" altLang="en-US" dirty="0" err="1"/>
              <a:t>떄</a:t>
            </a:r>
            <a:r>
              <a:rPr lang="ko-KR" altLang="en-US" dirty="0"/>
              <a:t> 특히 </a:t>
            </a:r>
            <a:r>
              <a:rPr lang="ko-KR" altLang="en-US" dirty="0" err="1"/>
              <a:t>씬이</a:t>
            </a:r>
            <a:r>
              <a:rPr lang="ko-KR" altLang="en-US" dirty="0"/>
              <a:t> </a:t>
            </a:r>
            <a:r>
              <a:rPr lang="ko-KR" altLang="en-US" dirty="0" err="1"/>
              <a:t>로드된</a:t>
            </a:r>
            <a:r>
              <a:rPr lang="ko-KR" altLang="en-US" dirty="0"/>
              <a:t> 직후 상호작용 비활성화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철창이 클릭되고 상호작용과 대사가 끝났을 때 유저가 철창을 클릭하게 하기 위한 상호작용 활성화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 커서가 철창을 가리켰을 때 마우스 변화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초인종을 누르지 않았을 경우 주인공의 대사로 초인종을 먼저 눌러보자 라는 대사가 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마우스로 철창을 클릭 했을 때 철창이 열리는 소리가 난 뒤 </a:t>
            </a:r>
            <a:r>
              <a:rPr lang="en-US" altLang="ko-KR" dirty="0"/>
              <a:t>fade out 1</a:t>
            </a:r>
            <a:r>
              <a:rPr lang="ko-KR" altLang="en-US" dirty="0"/>
              <a:t>초 후 </a:t>
            </a:r>
            <a:r>
              <a:rPr lang="en-US" altLang="ko-KR" dirty="0" err="1"/>
              <a:t>Opening_Mention_FanceOff</a:t>
            </a:r>
            <a:r>
              <a:rPr lang="en-US" altLang="ko-KR" dirty="0"/>
              <a:t> </a:t>
            </a:r>
            <a:r>
              <a:rPr lang="ko-KR" altLang="en-US" dirty="0"/>
              <a:t>씬 출력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A3D127C5-681F-444D-A627-BFE3EEE1E82C}"/>
              </a:ext>
            </a:extLst>
          </p:cNvPr>
          <p:cNvSpPr/>
          <p:nvPr/>
        </p:nvSpPr>
        <p:spPr>
          <a:xfrm>
            <a:off x="838200" y="4648200"/>
            <a:ext cx="3381962" cy="778933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C296D2A-AEEA-4E7F-B2F1-A1328644818F}"/>
              </a:ext>
            </a:extLst>
          </p:cNvPr>
          <p:cNvSpPr/>
          <p:nvPr/>
        </p:nvSpPr>
        <p:spPr>
          <a:xfrm>
            <a:off x="2529181" y="3429000"/>
            <a:ext cx="364066" cy="10244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63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181562" y="1310733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개발 방식 </a:t>
            </a:r>
            <a:r>
              <a:rPr lang="en-US" altLang="ko-KR" b="1" dirty="0"/>
              <a:t>(</a:t>
            </a:r>
            <a:r>
              <a:rPr lang="en-US" altLang="ko-KR" b="1" dirty="0" err="1"/>
              <a:t>Opening_Mention_FanceOff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045B5D-098A-4CE6-BC3D-E62923BBDA3A}"/>
              </a:ext>
            </a:extLst>
          </p:cNvPr>
          <p:cNvSpPr txBox="1"/>
          <p:nvPr/>
        </p:nvSpPr>
        <p:spPr>
          <a:xfrm>
            <a:off x="5122332" y="2218266"/>
            <a:ext cx="63838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씬이</a:t>
            </a:r>
            <a:r>
              <a:rPr lang="ko-KR" altLang="en-US" dirty="0"/>
              <a:t> 로드 </a:t>
            </a:r>
            <a:r>
              <a:rPr lang="ko-KR" altLang="en-US" dirty="0" err="1"/>
              <a:t>된면</a:t>
            </a:r>
            <a:r>
              <a:rPr lang="ko-KR" altLang="en-US" dirty="0"/>
              <a:t> </a:t>
            </a:r>
            <a:r>
              <a:rPr lang="en-US" altLang="ko-KR" dirty="0"/>
              <a:t>fade in </a:t>
            </a:r>
            <a:r>
              <a:rPr lang="ko-KR" altLang="en-US" dirty="0"/>
              <a:t>후 철창이 열렸다는 대사를 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후 유저가 문을 확인하게 하기 위한 대사를 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대사를 출력 중에는 문 오브젝트의 상호작용은 비활성화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가리키고 있는 문에 마우스 커서를 가져가면 마우스 커서에 변화를 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마우스로 문을 클릭하면 상호작용 대사를 출력하고 </a:t>
            </a:r>
            <a:r>
              <a:rPr lang="en-US" altLang="ko-KR" dirty="0"/>
              <a:t>fade out 1</a:t>
            </a:r>
            <a:r>
              <a:rPr lang="ko-KR" altLang="en-US" dirty="0"/>
              <a:t>초 이후 </a:t>
            </a:r>
            <a:r>
              <a:rPr lang="en-US" altLang="ko-KR" dirty="0"/>
              <a:t>Hall </a:t>
            </a:r>
            <a:r>
              <a:rPr lang="ko-KR" altLang="en-US" dirty="0" err="1"/>
              <a:t>씬을</a:t>
            </a:r>
            <a:r>
              <a:rPr lang="ko-KR" altLang="en-US" dirty="0"/>
              <a:t> 출력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2FB0F2-C71C-40B1-B536-A5C892BD2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2" y="2218266"/>
            <a:ext cx="4741333" cy="2667000"/>
          </a:xfrm>
          <a:prstGeom prst="rect">
            <a:avLst/>
          </a:prstGeom>
        </p:spPr>
      </p:pic>
      <p:sp>
        <p:nvSpPr>
          <p:cNvPr id="2" name="액자 1">
            <a:extLst>
              <a:ext uri="{FF2B5EF4-FFF2-40B4-BE49-F238E27FC236}">
                <a16:creationId xmlns:a16="http://schemas.microsoft.com/office/drawing/2014/main" id="{0C6445AF-81F9-4551-9516-D5BAF9A574A1}"/>
              </a:ext>
            </a:extLst>
          </p:cNvPr>
          <p:cNvSpPr/>
          <p:nvPr/>
        </p:nvSpPr>
        <p:spPr>
          <a:xfrm>
            <a:off x="1773296" y="2806593"/>
            <a:ext cx="1545637" cy="1316673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A2762770-0849-4ED0-AB75-23C5E6C98508}"/>
              </a:ext>
            </a:extLst>
          </p:cNvPr>
          <p:cNvSpPr/>
          <p:nvPr/>
        </p:nvSpPr>
        <p:spPr>
          <a:xfrm rot="3599783">
            <a:off x="3841589" y="2063894"/>
            <a:ext cx="541866" cy="13292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288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30A0505-8AF8-46C2-B60C-013FF70C6D37}"/>
              </a:ext>
            </a:extLst>
          </p:cNvPr>
          <p:cNvSpPr txBox="1"/>
          <p:nvPr/>
        </p:nvSpPr>
        <p:spPr>
          <a:xfrm>
            <a:off x="181562" y="1310733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기타 기능 개발 방식 </a:t>
            </a:r>
            <a:r>
              <a:rPr lang="en-US" altLang="ko-KR" b="1" dirty="0"/>
              <a:t>(Main Menu)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F79543-B906-4A7A-A81C-2691F2758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2" y="1970348"/>
            <a:ext cx="4254971" cy="3050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AF648D-EEB3-4EAD-9750-9FC35EB57040}"/>
              </a:ext>
            </a:extLst>
          </p:cNvPr>
          <p:cNvSpPr txBox="1"/>
          <p:nvPr/>
        </p:nvSpPr>
        <p:spPr>
          <a:xfrm>
            <a:off x="4902199" y="1970348"/>
            <a:ext cx="67733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Start </a:t>
            </a:r>
            <a:r>
              <a:rPr lang="ko-KR" altLang="en-US" dirty="0"/>
              <a:t>버튼 </a:t>
            </a:r>
            <a:r>
              <a:rPr lang="en-US" altLang="ko-KR" dirty="0"/>
              <a:t>: </a:t>
            </a:r>
            <a:r>
              <a:rPr lang="ko-KR" altLang="en-US" dirty="0"/>
              <a:t>키보드의 </a:t>
            </a:r>
            <a:r>
              <a:rPr lang="en-US" altLang="ko-KR" dirty="0"/>
              <a:t>WASD</a:t>
            </a:r>
            <a:r>
              <a:rPr lang="ko-KR" altLang="en-US" dirty="0"/>
              <a:t>와 키보드 둘 다 상호작용 될 수 있음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WASD</a:t>
            </a:r>
            <a:r>
              <a:rPr lang="ko-KR" altLang="en-US" dirty="0"/>
              <a:t>로 </a:t>
            </a:r>
            <a:r>
              <a:rPr lang="en-US" altLang="ko-KR" dirty="0"/>
              <a:t>Start</a:t>
            </a:r>
            <a:r>
              <a:rPr lang="ko-KR" altLang="en-US" dirty="0"/>
              <a:t>를 가리키거나 마우스를 가져다 대면 버튼이 붉은 색으로 변함</a:t>
            </a:r>
            <a:r>
              <a:rPr lang="en-US" altLang="ko-KR" dirty="0"/>
              <a:t>. </a:t>
            </a:r>
            <a:r>
              <a:rPr lang="ko-KR" altLang="en-US" dirty="0"/>
              <a:t>클릭을 하거나 </a:t>
            </a:r>
            <a:r>
              <a:rPr lang="ko-KR" altLang="en-US" dirty="0" err="1"/>
              <a:t>엔터</a:t>
            </a:r>
            <a:r>
              <a:rPr lang="ko-KR" altLang="en-US" dirty="0"/>
              <a:t> 혹은 스페이스 바를 눌렀을 경우 </a:t>
            </a:r>
            <a:r>
              <a:rPr lang="en-US" altLang="ko-KR" dirty="0" err="1"/>
              <a:t>Opening_Office</a:t>
            </a:r>
            <a:r>
              <a:rPr lang="en-US" altLang="ko-KR" dirty="0"/>
              <a:t> </a:t>
            </a:r>
            <a:r>
              <a:rPr lang="ko-KR" altLang="en-US" dirty="0" err="1"/>
              <a:t>씬을</a:t>
            </a:r>
            <a:r>
              <a:rPr lang="ko-KR" altLang="en-US" dirty="0"/>
              <a:t> 출력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Config </a:t>
            </a:r>
            <a:r>
              <a:rPr lang="ko-KR" altLang="en-US" dirty="0"/>
              <a:t>버튼 </a:t>
            </a:r>
            <a:r>
              <a:rPr lang="en-US" altLang="ko-KR" dirty="0"/>
              <a:t>: Start</a:t>
            </a:r>
            <a:r>
              <a:rPr lang="ko-KR" altLang="en-US" dirty="0"/>
              <a:t>와 마찬가지로 </a:t>
            </a:r>
            <a:r>
              <a:rPr lang="en-US" altLang="ko-KR" dirty="0"/>
              <a:t>WASD</a:t>
            </a:r>
            <a:r>
              <a:rPr lang="ko-KR" altLang="en-US" dirty="0"/>
              <a:t>와 키보드 둘 다 상호작용 될 수 있음</a:t>
            </a:r>
            <a:r>
              <a:rPr lang="en-US" altLang="ko-KR" dirty="0"/>
              <a:t>. WASD</a:t>
            </a:r>
            <a:r>
              <a:rPr lang="ko-KR" altLang="en-US" dirty="0"/>
              <a:t>로 </a:t>
            </a:r>
            <a:r>
              <a:rPr lang="en-US" altLang="ko-KR" dirty="0"/>
              <a:t>Start</a:t>
            </a:r>
            <a:r>
              <a:rPr lang="ko-KR" altLang="en-US" dirty="0"/>
              <a:t>를 가리키거나 마우스 커서를 가져다 대면 버튼이 붉은 색으로 변함</a:t>
            </a:r>
            <a:r>
              <a:rPr lang="en-US" altLang="ko-KR" dirty="0"/>
              <a:t>. </a:t>
            </a:r>
            <a:r>
              <a:rPr lang="ko-KR" altLang="en-US" dirty="0" err="1"/>
              <a:t>클릭을하거나</a:t>
            </a:r>
            <a:r>
              <a:rPr lang="ko-KR" altLang="en-US" dirty="0"/>
              <a:t> </a:t>
            </a:r>
            <a:r>
              <a:rPr lang="ko-KR" altLang="en-US" dirty="0" err="1"/>
              <a:t>엔터</a:t>
            </a:r>
            <a:r>
              <a:rPr lang="ko-KR" altLang="en-US" dirty="0"/>
              <a:t> 혹은 스페이스 바를 눌렀을 경우 </a:t>
            </a:r>
            <a:r>
              <a:rPr lang="en-US" altLang="ko-KR" dirty="0"/>
              <a:t>Setting</a:t>
            </a:r>
            <a:r>
              <a:rPr lang="ko-KR" altLang="en-US" dirty="0" err="1"/>
              <a:t>씬을</a:t>
            </a:r>
            <a:r>
              <a:rPr lang="ko-KR" altLang="en-US" dirty="0"/>
              <a:t> 출력</a:t>
            </a:r>
            <a:r>
              <a:rPr lang="en-US" altLang="ko-KR" dirty="0"/>
              <a:t>.</a:t>
            </a: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3B313572-1CB4-4C71-A3F6-5647658E7C57}"/>
              </a:ext>
            </a:extLst>
          </p:cNvPr>
          <p:cNvSpPr/>
          <p:nvPr/>
        </p:nvSpPr>
        <p:spPr>
          <a:xfrm>
            <a:off x="2400771" y="3700842"/>
            <a:ext cx="755887" cy="62653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0589ADC-CB6E-468F-ACEC-FE5E0A7BA46F}"/>
              </a:ext>
            </a:extLst>
          </p:cNvPr>
          <p:cNvSpPr/>
          <p:nvPr/>
        </p:nvSpPr>
        <p:spPr>
          <a:xfrm>
            <a:off x="406400" y="3244850"/>
            <a:ext cx="4064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액자 11">
            <a:extLst>
              <a:ext uri="{FF2B5EF4-FFF2-40B4-BE49-F238E27FC236}">
                <a16:creationId xmlns:a16="http://schemas.microsoft.com/office/drawing/2014/main" id="{35F63D19-C4C8-44BD-919E-E8CDBDA462EC}"/>
              </a:ext>
            </a:extLst>
          </p:cNvPr>
          <p:cNvSpPr/>
          <p:nvPr/>
        </p:nvSpPr>
        <p:spPr>
          <a:xfrm>
            <a:off x="406400" y="3674533"/>
            <a:ext cx="889000" cy="62653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32899D8-2032-4FC6-8C25-1EEDD12D21AC}"/>
              </a:ext>
            </a:extLst>
          </p:cNvPr>
          <p:cNvSpPr/>
          <p:nvPr/>
        </p:nvSpPr>
        <p:spPr>
          <a:xfrm>
            <a:off x="2317752" y="3371551"/>
            <a:ext cx="4064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835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525</Words>
  <Application>Microsoft Office PowerPoint</Application>
  <PresentationFormat>와이드스크린</PresentationFormat>
  <Paragraphs>57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오프닝 컨텐츠 컨셉 +시스템  기획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오프닝 컨텐츠 컨셉 +시스템  기획</dc:title>
  <dc:creator>user</dc:creator>
  <cp:lastModifiedBy>user</cp:lastModifiedBy>
  <cp:revision>12</cp:revision>
  <dcterms:created xsi:type="dcterms:W3CDTF">2025-09-13T04:38:16Z</dcterms:created>
  <dcterms:modified xsi:type="dcterms:W3CDTF">2025-09-16T04:54:54Z</dcterms:modified>
</cp:coreProperties>
</file>