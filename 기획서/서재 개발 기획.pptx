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74" r:id="rId9"/>
    <p:sldId id="261" r:id="rId10"/>
    <p:sldId id="262" r:id="rId11"/>
    <p:sldId id="263" r:id="rId12"/>
    <p:sldId id="264" r:id="rId13"/>
    <p:sldId id="265" r:id="rId14"/>
    <p:sldId id="266" r:id="rId15"/>
    <p:sldId id="272" r:id="rId16"/>
    <p:sldId id="268" r:id="rId17"/>
    <p:sldId id="273" r:id="rId18"/>
    <p:sldId id="269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4B6A2-8242-494A-9A54-8666122C9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1DCA8C-8B6B-4237-994A-2F83762F3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F1B1C9-02A3-4536-A1B9-5F3A66223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AE2C46-AEA3-4B84-8C83-432EE193F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5F7444-3278-4858-950A-96042D2D2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86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DEDA7-14AF-44FB-9045-1FB4FC4A6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41CFFF-FD00-407B-860C-23B32F646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1C96C2-44F5-4633-9862-2B6BFC701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DFB614-D1B7-4817-8814-37CAC5FD8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872E1A-107F-43A4-AE07-F7DBB377D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04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D7BACD-F371-43D1-BA63-CB1CF3D54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C65158-6736-4485-8A8E-BB95EBB3E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343A4A-15E6-4FF3-B403-432F6A489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AE4F95-597A-4F94-A9A6-E688ED793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9013B6-85EB-4C4A-A434-C0C5EDAD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935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40D8B0-E364-4148-AECF-D0F0E27C5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41D2FA-DAA2-4E86-8BF1-D579BD8F3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3A2BF1-69B9-4C81-807A-FB8A04D7B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FB87DC-641F-4536-ACEF-7F1E59390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CEA05E-9EBF-40E1-ABF3-F675C795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670C85-B290-4CAC-955C-F62725AF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878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BA59A-C9A3-4F88-9075-E2A9BFF34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55DB58-6CF1-424B-855B-976D24FCD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B98445-BD1D-4E34-8E45-E9E686D4A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0D8F39-DFAA-487C-8DBD-2CD367712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B7B3DCA-2F2B-4571-8BF0-31729DD821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90A303-FB3D-470F-8FF2-C8C06B2D8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AEE7F9A-2088-47C5-B10A-E538BDE71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D267D5-7B0C-4689-AFF2-8A570DC2F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68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24C71-BD66-402C-8C66-A3E65FB4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BAA9161-B80E-48EE-B5F2-14DC5A0AF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6BAC6AA-F1A6-4F66-98CE-E3A957830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B2D09B-7A7A-4AC8-8AAC-71FE143D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1134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8021A3-78FD-4213-AA75-6C729D5F1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44C3FF3-EB36-4250-82A7-9126021C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C63EB2-DE61-48E1-BDA9-8D846B98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114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01E446-5AC1-449A-B7EE-9AF76016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17D621-420E-4303-A63A-38ABF3AE9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48686B-F65B-4EFC-BF3C-845A87170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96AC9F-DC65-42D0-A951-A78AD7814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BCAA1C-49CD-4A7D-8074-4E73A0A4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38EB8C-0DAA-4AA5-B661-896C4B374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366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0CD611-D410-4D67-B2E2-0C398C680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5B869A-538E-4DC0-8051-3FF93486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7DBBA4-A890-4748-A0B1-A1FDA8353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D59691-A285-4C53-9E92-3960F979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EAE332-F001-415E-B132-96D431B0A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8F7390-ADC8-48F1-BD2F-75AE15AAE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111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2D84DE-FA14-44F3-9EA6-86D6952D3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3F8BAB-9E3D-424E-A4FD-66428E6FA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8ACF6D-8CA2-4F9D-9AFA-DB4C13713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AC0DF3-4DD0-41FF-8803-EEAF2A247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2846D-AAA8-45E9-913D-4D959138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424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DBAEE2-7B8D-4984-9041-CE5DB521A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365DF4-F59C-43D3-BE53-491C724A8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76AF24-938B-48D1-8DB9-6FC5C8F0D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A85304-2028-4DC9-AC66-9BA4CA451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762E21-BEA6-4918-9717-7FC9ED60F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373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41D11A-A6C2-4A40-81AF-1E7ED3DE2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825A53-812E-45BA-B889-BC3F90816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FDE119-AEE2-4C0E-8B3B-F4570C6E5A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5E6E6-56B5-476E-A835-0EA484E7D0D1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B6CD0A-1B42-4ED4-85AD-FF5F26A32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315C95-2EB3-427F-B5DA-F458AB046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721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BC90F-21C4-4593-B2B4-D298B35AF5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서재 개발 기획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E256DA-EC68-4F2E-95E0-78EEB8AECB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작성자 김기석 </a:t>
            </a:r>
          </a:p>
        </p:txBody>
      </p:sp>
    </p:spTree>
    <p:extLst>
      <p:ext uri="{BB962C8B-B14F-4D97-AF65-F5344CB8AC3E}">
        <p14:creationId xmlns:p14="http://schemas.microsoft.com/office/powerpoint/2010/main" val="1913595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62B83-CAE3-4E73-9231-C388898E3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33A881-7570-4358-AA9F-8EBA7C211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문서의 목적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 err="1"/>
              <a:t>아트팀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개발팀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2656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D747C-8738-498E-A025-3D990BF7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문서의 목적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53291E-B02F-4891-BBA4-26ACF3480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아트팀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아트 팀에게 전체적인 서재의 구도와 필요한 </a:t>
            </a:r>
            <a:r>
              <a:rPr lang="ko-KR" altLang="en-US" dirty="0" err="1"/>
              <a:t>에셋을</a:t>
            </a:r>
            <a:r>
              <a:rPr lang="ko-KR" altLang="en-US" dirty="0"/>
              <a:t> 명시하기 위함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개발팀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개발의 전체적인 흐름을 명시하기 위함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15111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아트팀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2C2D8B-EB5C-4880-A2F5-4687A9F9B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60" y="2072116"/>
            <a:ext cx="4218069" cy="23726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104737" y="1932167"/>
            <a:ext cx="59873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전체적인 </a:t>
            </a:r>
            <a:r>
              <a:rPr lang="ko-KR" altLang="en-US" dirty="0" err="1"/>
              <a:t>씬은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개로 구성되며 동서남북 책장과 데스크가 있는 중앙 </a:t>
            </a:r>
            <a:r>
              <a:rPr lang="ko-KR" altLang="en-US" dirty="0" err="1"/>
              <a:t>씬으로</a:t>
            </a:r>
            <a:r>
              <a:rPr lang="ko-KR" altLang="en-US" dirty="0"/>
              <a:t> 귀결됨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중앙 </a:t>
            </a:r>
            <a:r>
              <a:rPr lang="ko-KR" altLang="en-US" dirty="0" err="1"/>
              <a:t>씬에서는</a:t>
            </a:r>
            <a:r>
              <a:rPr lang="ko-KR" altLang="en-US" dirty="0"/>
              <a:t> 컨셉 아트 </a:t>
            </a:r>
            <a:r>
              <a:rPr lang="ko-KR" altLang="en-US" dirty="0" err="1"/>
              <a:t>처럼</a:t>
            </a:r>
            <a:r>
              <a:rPr lang="ko-KR" altLang="en-US" dirty="0"/>
              <a:t> 중앙에 데스크가 있고 나머지 길은 카펫으로 가야하는 길을 </a:t>
            </a:r>
            <a:r>
              <a:rPr lang="ko-KR" altLang="en-US" dirty="0" err="1"/>
              <a:t>명시해둠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플레이어로 하여금 여기로도 </a:t>
            </a:r>
            <a:r>
              <a:rPr lang="ko-KR" altLang="en-US" dirty="0" err="1"/>
              <a:t>가야한다는</a:t>
            </a:r>
            <a:r>
              <a:rPr lang="ko-KR" altLang="en-US" dirty="0"/>
              <a:t> 정보를 시각적으로 주기 위함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데스크 위에는 일기장과 서재의 퍼즐인 암호문이 놓여져 있음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404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아트팀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2C2D8B-EB5C-4880-A2F5-4687A9F9B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89" y="2573048"/>
            <a:ext cx="4218069" cy="23726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50" y="2553535"/>
            <a:ext cx="59873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ko-KR" altLang="en-US" dirty="0"/>
              <a:t>왼쪽 위의 </a:t>
            </a:r>
            <a:r>
              <a:rPr lang="ko-KR" altLang="en-US" dirty="0" err="1"/>
              <a:t>백스패이스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-&gt; `</a:t>
            </a:r>
            <a:r>
              <a:rPr lang="ko-KR" altLang="en-US" dirty="0"/>
              <a:t>서제 전에 있던 복도로 나가기 위함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동서 남북으로 </a:t>
            </a:r>
            <a:r>
              <a:rPr lang="ko-KR" altLang="en-US" dirty="0" err="1"/>
              <a:t>높여있는</a:t>
            </a:r>
            <a:r>
              <a:rPr lang="ko-KR" altLang="en-US" dirty="0"/>
              <a:t> 화살표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책장을 향해 갈 수 있고 나가는 것과 달리 책장이라는 정보를 주기 위함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3CD479-77EA-433F-8BBD-CD6DA4F74E29}"/>
              </a:ext>
            </a:extLst>
          </p:cNvPr>
          <p:cNvSpPr/>
          <p:nvPr/>
        </p:nvSpPr>
        <p:spPr>
          <a:xfrm>
            <a:off x="461176" y="2679590"/>
            <a:ext cx="477078" cy="453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6C1D3FFD-91D7-4E13-8259-AAD1757BA846}"/>
              </a:ext>
            </a:extLst>
          </p:cNvPr>
          <p:cNvSpPr/>
          <p:nvPr/>
        </p:nvSpPr>
        <p:spPr>
          <a:xfrm>
            <a:off x="3808675" y="3808675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5EEB3AF9-EC6D-4C1E-A4AA-6F674E97F7F3}"/>
              </a:ext>
            </a:extLst>
          </p:cNvPr>
          <p:cNvSpPr/>
          <p:nvPr/>
        </p:nvSpPr>
        <p:spPr>
          <a:xfrm>
            <a:off x="2289716" y="4317558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6F431507-E024-44DE-BB3E-825853B3C7EB}"/>
              </a:ext>
            </a:extLst>
          </p:cNvPr>
          <p:cNvSpPr/>
          <p:nvPr/>
        </p:nvSpPr>
        <p:spPr>
          <a:xfrm rot="10800000">
            <a:off x="2289716" y="2906202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C7832BD4-B878-4B87-BA5B-1B8AA36913E2}"/>
              </a:ext>
            </a:extLst>
          </p:cNvPr>
          <p:cNvSpPr/>
          <p:nvPr/>
        </p:nvSpPr>
        <p:spPr>
          <a:xfrm rot="10800000">
            <a:off x="628153" y="3707697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346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아트팀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)(</a:t>
            </a:r>
            <a:r>
              <a:rPr lang="ko-KR" altLang="en-US" dirty="0"/>
              <a:t>수정 제안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2C2D8B-EB5C-4880-A2F5-4687A9F9B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89" y="2573048"/>
            <a:ext cx="4218069" cy="23726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49" y="2553535"/>
            <a:ext cx="63241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서재의 책상 치고는 너무 아무것도 없음</a:t>
            </a:r>
            <a:r>
              <a:rPr lang="en-US" altLang="ko-KR" dirty="0"/>
              <a:t>.</a:t>
            </a:r>
            <a:r>
              <a:rPr lang="ko-KR" altLang="en-US" dirty="0"/>
              <a:t> 일을 하는 책상이라고 느껴지지 않음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저택에 있을 법 한 책상으로 수정 제안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수정안 참고 이미지</a:t>
            </a:r>
            <a:r>
              <a:rPr lang="en-US" altLang="ko-KR" dirty="0"/>
              <a:t>]</a:t>
            </a:r>
            <a:r>
              <a:rPr lang="ko-KR" altLang="en-US" dirty="0"/>
              <a:t>                </a:t>
            </a:r>
            <a:r>
              <a:rPr lang="en-US" altLang="ko-KR" dirty="0"/>
              <a:t>[</a:t>
            </a:r>
            <a:r>
              <a:rPr lang="ko-KR" altLang="en-US" dirty="0"/>
              <a:t>책상을 클릭하였을 경우</a:t>
            </a:r>
            <a:r>
              <a:rPr lang="en-US" altLang="ko-KR" dirty="0"/>
              <a:t>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3CD479-77EA-433F-8BBD-CD6DA4F74E29}"/>
              </a:ext>
            </a:extLst>
          </p:cNvPr>
          <p:cNvSpPr/>
          <p:nvPr/>
        </p:nvSpPr>
        <p:spPr>
          <a:xfrm>
            <a:off x="461176" y="2679590"/>
            <a:ext cx="477078" cy="453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6C1D3FFD-91D7-4E13-8259-AAD1757BA846}"/>
              </a:ext>
            </a:extLst>
          </p:cNvPr>
          <p:cNvSpPr/>
          <p:nvPr/>
        </p:nvSpPr>
        <p:spPr>
          <a:xfrm>
            <a:off x="3808675" y="3808675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5EEB3AF9-EC6D-4C1E-A4AA-6F674E97F7F3}"/>
              </a:ext>
            </a:extLst>
          </p:cNvPr>
          <p:cNvSpPr/>
          <p:nvPr/>
        </p:nvSpPr>
        <p:spPr>
          <a:xfrm>
            <a:off x="2289716" y="4317558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6F431507-E024-44DE-BB3E-825853B3C7EB}"/>
              </a:ext>
            </a:extLst>
          </p:cNvPr>
          <p:cNvSpPr/>
          <p:nvPr/>
        </p:nvSpPr>
        <p:spPr>
          <a:xfrm rot="10800000">
            <a:off x="2289716" y="2906202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C7832BD4-B878-4B87-BA5B-1B8AA36913E2}"/>
              </a:ext>
            </a:extLst>
          </p:cNvPr>
          <p:cNvSpPr/>
          <p:nvPr/>
        </p:nvSpPr>
        <p:spPr>
          <a:xfrm rot="10800000">
            <a:off x="628153" y="3707697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4E5F767-B22C-442F-A60F-7AB3F07F8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308" y="4317558"/>
            <a:ext cx="2392954" cy="2286205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F291899B-7D64-45E5-9AD4-837377A17956}"/>
              </a:ext>
            </a:extLst>
          </p:cNvPr>
          <p:cNvSpPr/>
          <p:nvPr/>
        </p:nvSpPr>
        <p:spPr>
          <a:xfrm>
            <a:off x="7919239" y="5176299"/>
            <a:ext cx="628153" cy="3180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C2488B1-F09D-405E-957C-7466692676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729" y="4777501"/>
            <a:ext cx="2460071" cy="13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99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아트팀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)(</a:t>
            </a:r>
            <a:r>
              <a:rPr lang="ko-KR" altLang="en-US" dirty="0"/>
              <a:t>수정 제안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2C2D8B-EB5C-4880-A2F5-4687A9F9B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89" y="2573048"/>
            <a:ext cx="4218069" cy="23726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49" y="2553535"/>
            <a:ext cx="63241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수정 제안의 이유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책상 클릭 이후 퍼즐을 푼다</a:t>
            </a:r>
            <a:r>
              <a:rPr lang="en-US" altLang="ko-KR" dirty="0"/>
              <a:t>(X), 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책상 클릭 이후 책상에서 상호작용을 한다</a:t>
            </a:r>
            <a:r>
              <a:rPr lang="en-US" altLang="ko-KR" dirty="0"/>
              <a:t>(O)</a:t>
            </a:r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수정안 참고 이미지</a:t>
            </a:r>
            <a:r>
              <a:rPr lang="en-US" altLang="ko-KR" dirty="0"/>
              <a:t>]</a:t>
            </a:r>
            <a:r>
              <a:rPr lang="ko-KR" altLang="en-US" dirty="0"/>
              <a:t>                </a:t>
            </a:r>
            <a:r>
              <a:rPr lang="en-US" altLang="ko-KR" dirty="0"/>
              <a:t>[</a:t>
            </a:r>
            <a:r>
              <a:rPr lang="ko-KR" altLang="en-US" dirty="0"/>
              <a:t>책상을 클릭하였을 경우</a:t>
            </a:r>
            <a:r>
              <a:rPr lang="en-US" altLang="ko-KR" dirty="0"/>
              <a:t>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3CD479-77EA-433F-8BBD-CD6DA4F74E29}"/>
              </a:ext>
            </a:extLst>
          </p:cNvPr>
          <p:cNvSpPr/>
          <p:nvPr/>
        </p:nvSpPr>
        <p:spPr>
          <a:xfrm>
            <a:off x="461176" y="2679590"/>
            <a:ext cx="477078" cy="453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6C1D3FFD-91D7-4E13-8259-AAD1757BA846}"/>
              </a:ext>
            </a:extLst>
          </p:cNvPr>
          <p:cNvSpPr/>
          <p:nvPr/>
        </p:nvSpPr>
        <p:spPr>
          <a:xfrm>
            <a:off x="3808675" y="3808675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5EEB3AF9-EC6D-4C1E-A4AA-6F674E97F7F3}"/>
              </a:ext>
            </a:extLst>
          </p:cNvPr>
          <p:cNvSpPr/>
          <p:nvPr/>
        </p:nvSpPr>
        <p:spPr>
          <a:xfrm>
            <a:off x="2289716" y="4317558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6F431507-E024-44DE-BB3E-825853B3C7EB}"/>
              </a:ext>
            </a:extLst>
          </p:cNvPr>
          <p:cNvSpPr/>
          <p:nvPr/>
        </p:nvSpPr>
        <p:spPr>
          <a:xfrm rot="10800000">
            <a:off x="2289716" y="2906202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C7832BD4-B878-4B87-BA5B-1B8AA36913E2}"/>
              </a:ext>
            </a:extLst>
          </p:cNvPr>
          <p:cNvSpPr/>
          <p:nvPr/>
        </p:nvSpPr>
        <p:spPr>
          <a:xfrm rot="10800000">
            <a:off x="628153" y="3707697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4E5F767-B22C-442F-A60F-7AB3F07F8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308" y="4317558"/>
            <a:ext cx="2392954" cy="2286205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F291899B-7D64-45E5-9AD4-837377A17956}"/>
              </a:ext>
            </a:extLst>
          </p:cNvPr>
          <p:cNvSpPr/>
          <p:nvPr/>
        </p:nvSpPr>
        <p:spPr>
          <a:xfrm>
            <a:off x="7919239" y="5176299"/>
            <a:ext cx="628153" cy="3180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C2488B1-F09D-405E-957C-7466692676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729" y="4777501"/>
            <a:ext cx="2460071" cy="13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7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아트팀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)(</a:t>
            </a:r>
            <a:r>
              <a:rPr lang="ko-KR" altLang="en-US" dirty="0"/>
              <a:t>수정 제안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49" y="2657194"/>
            <a:ext cx="64911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수정 제안의 이유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책 홀더 추가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책 홀더에는 저택 주인의 직업과 관련된 책이 들어갈 예정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수정안 참고 이미지</a:t>
            </a:r>
            <a:r>
              <a:rPr lang="en-US" altLang="ko-KR" dirty="0"/>
              <a:t>]</a:t>
            </a:r>
            <a:r>
              <a:rPr lang="ko-KR" altLang="en-US" dirty="0"/>
              <a:t>                </a:t>
            </a:r>
            <a:r>
              <a:rPr lang="en-US" altLang="ko-KR" dirty="0"/>
              <a:t>[</a:t>
            </a:r>
            <a:r>
              <a:rPr lang="ko-KR" altLang="en-US" dirty="0"/>
              <a:t>책상을 클릭하였을 경우</a:t>
            </a:r>
            <a:r>
              <a:rPr lang="en-US" altLang="ko-KR" dirty="0"/>
              <a:t>]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4E5F767-B22C-442F-A60F-7AB3F07F8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308" y="4317558"/>
            <a:ext cx="2392954" cy="2286205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F291899B-7D64-45E5-9AD4-837377A17956}"/>
              </a:ext>
            </a:extLst>
          </p:cNvPr>
          <p:cNvSpPr/>
          <p:nvPr/>
        </p:nvSpPr>
        <p:spPr>
          <a:xfrm>
            <a:off x="7919239" y="5176299"/>
            <a:ext cx="628153" cy="3180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C2488B1-F09D-405E-957C-746669267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729" y="4777501"/>
            <a:ext cx="2460071" cy="1366318"/>
          </a:xfrm>
          <a:prstGeom prst="rect">
            <a:avLst/>
          </a:prstGeom>
        </p:spPr>
      </p:pic>
      <p:pic>
        <p:nvPicPr>
          <p:cNvPr id="16" name="내용 개체 틀 15">
            <a:extLst>
              <a:ext uri="{FF2B5EF4-FFF2-40B4-BE49-F238E27FC236}">
                <a16:creationId xmlns:a16="http://schemas.microsoft.com/office/drawing/2014/main" id="{D66312E8-79C1-45D6-AA03-931FF65548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07860"/>
            <a:ext cx="3163344" cy="3169128"/>
          </a:xfr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801BD-D53F-49AE-8BC3-CAED471F11F2}"/>
              </a:ext>
            </a:extLst>
          </p:cNvPr>
          <p:cNvSpPr txBox="1"/>
          <p:nvPr/>
        </p:nvSpPr>
        <p:spPr>
          <a:xfrm>
            <a:off x="838200" y="2319667"/>
            <a:ext cx="270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책 홀더 이미지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9" name="액자 18">
            <a:extLst>
              <a:ext uri="{FF2B5EF4-FFF2-40B4-BE49-F238E27FC236}">
                <a16:creationId xmlns:a16="http://schemas.microsoft.com/office/drawing/2014/main" id="{E259FA18-1487-49C5-93EA-01B76F78C9F8}"/>
              </a:ext>
            </a:extLst>
          </p:cNvPr>
          <p:cNvSpPr/>
          <p:nvPr/>
        </p:nvSpPr>
        <p:spPr>
          <a:xfrm>
            <a:off x="6040341" y="4411520"/>
            <a:ext cx="901148" cy="772004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261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아트팀</a:t>
            </a:r>
            <a:r>
              <a:rPr lang="en-US" altLang="ko-KR" dirty="0"/>
              <a:t>(</a:t>
            </a:r>
            <a:r>
              <a:rPr lang="ko-KR" altLang="en-US" dirty="0"/>
              <a:t>책장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50" y="2353586"/>
            <a:ext cx="59873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공통적으로 </a:t>
            </a:r>
            <a:r>
              <a:rPr lang="ko-KR" altLang="en-US" dirty="0" err="1"/>
              <a:t>백스패이스가</a:t>
            </a:r>
            <a:r>
              <a:rPr lang="ko-KR" altLang="en-US" dirty="0"/>
              <a:t> 들어가며 책장에는 여러가지 책이 있지만 퍼즐을 위해 빨간색</a:t>
            </a:r>
            <a:r>
              <a:rPr lang="en-US" altLang="ko-KR" dirty="0"/>
              <a:t>, </a:t>
            </a:r>
            <a:r>
              <a:rPr lang="ko-KR" altLang="en-US" dirty="0"/>
              <a:t>파란색</a:t>
            </a:r>
            <a:r>
              <a:rPr lang="en-US" altLang="ko-KR" dirty="0"/>
              <a:t>, </a:t>
            </a:r>
            <a:r>
              <a:rPr lang="ko-KR" altLang="en-US" dirty="0"/>
              <a:t>녹색의 책이 들어가며 다른 색깔의 책은 전부 흰색 아니면 갈색으로 들어갈 예정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책의 색깔은 추후 논의 후 업데이트 예정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책장당 빨간색</a:t>
            </a:r>
            <a:r>
              <a:rPr lang="en-US" altLang="ko-KR" dirty="0"/>
              <a:t>, </a:t>
            </a:r>
            <a:r>
              <a:rPr lang="ko-KR" altLang="en-US" dirty="0"/>
              <a:t>파란색</a:t>
            </a:r>
            <a:r>
              <a:rPr lang="en-US" altLang="ko-KR" dirty="0"/>
              <a:t>, </a:t>
            </a:r>
            <a:r>
              <a:rPr lang="ko-KR" altLang="en-US" dirty="0"/>
              <a:t>녹색의 책들은 사칙연산을 했을 때 </a:t>
            </a:r>
            <a:r>
              <a:rPr lang="en-US" altLang="ko-KR" dirty="0"/>
              <a:t>0~9</a:t>
            </a:r>
            <a:r>
              <a:rPr lang="ko-KR" altLang="en-US" dirty="0"/>
              <a:t>사이의 수이며 음수나 </a:t>
            </a:r>
            <a:r>
              <a:rPr lang="en-US" altLang="ko-KR" dirty="0"/>
              <a:t>10</a:t>
            </a:r>
            <a:r>
              <a:rPr lang="ko-KR" altLang="en-US" dirty="0"/>
              <a:t> 이상의 숫자가 될 수 없음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05B14CE2-EF0F-40C5-B894-91F2173A0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01" y="2066840"/>
            <a:ext cx="5010849" cy="3105583"/>
          </a:xfr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5A1D76-CB61-41A6-8647-5E6559DD2608}"/>
              </a:ext>
            </a:extLst>
          </p:cNvPr>
          <p:cNvSpPr/>
          <p:nvPr/>
        </p:nvSpPr>
        <p:spPr>
          <a:xfrm>
            <a:off x="228800" y="1573859"/>
            <a:ext cx="733308" cy="7797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882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2C2D8B-EB5C-4880-A2F5-4687A9F9B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89" y="2573048"/>
            <a:ext cx="4218069" cy="23726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50" y="2553535"/>
            <a:ext cx="59873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ko-KR" altLang="en-US" dirty="0"/>
              <a:t>왼쪽 위의 </a:t>
            </a:r>
            <a:r>
              <a:rPr lang="ko-KR" altLang="en-US" dirty="0" err="1"/>
              <a:t>백스패이스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클릭되었을 경우 메뉴를 띄우며 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나간다 클릭 </a:t>
            </a:r>
            <a:r>
              <a:rPr lang="en-US" altLang="ko-KR" dirty="0"/>
              <a:t>== </a:t>
            </a:r>
            <a:r>
              <a:rPr lang="ko-KR" altLang="en-US" dirty="0"/>
              <a:t>복도 씬</a:t>
            </a:r>
            <a:r>
              <a:rPr lang="en-US" altLang="ko-KR" dirty="0"/>
              <a:t>(HallWayRight2</a:t>
            </a:r>
            <a:r>
              <a:rPr lang="ko-KR" altLang="en-US" dirty="0"/>
              <a:t>를 로드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나가지 않는다 클릭 </a:t>
            </a:r>
            <a:r>
              <a:rPr lang="en-US" altLang="ko-KR" dirty="0"/>
              <a:t>== </a:t>
            </a:r>
            <a:r>
              <a:rPr lang="ko-KR" altLang="en-US" dirty="0"/>
              <a:t>좀 더 둘러 본다는 대사 출력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예외 처리 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백스페이스를 클릭 하고 메뉴가 떴을 경우 다른 오브젝트와의 상호작용은 </a:t>
            </a:r>
            <a:r>
              <a:rPr lang="en-US" altLang="ko-KR" dirty="0"/>
              <a:t>false</a:t>
            </a:r>
            <a:r>
              <a:rPr lang="ko-KR" altLang="en-US" dirty="0"/>
              <a:t>로 유지</a:t>
            </a:r>
            <a:endParaRPr lang="en-US" altLang="ko-KR" dirty="0"/>
          </a:p>
          <a:p>
            <a:r>
              <a:rPr lang="en-US" altLang="ko-KR" dirty="0"/>
              <a:t>[EX]</a:t>
            </a:r>
          </a:p>
          <a:p>
            <a:r>
              <a:rPr lang="ko-KR" altLang="en-US" dirty="0"/>
              <a:t>백스페이스가 클릭 되었을 경우 데스크를 클릭 했을 때 데스크 패널이 뜨지 않도록 하는 것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3CD479-77EA-433F-8BBD-CD6DA4F74E29}"/>
              </a:ext>
            </a:extLst>
          </p:cNvPr>
          <p:cNvSpPr/>
          <p:nvPr/>
        </p:nvSpPr>
        <p:spPr>
          <a:xfrm>
            <a:off x="461176" y="2679590"/>
            <a:ext cx="477078" cy="453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6C1D3FFD-91D7-4E13-8259-AAD1757BA846}"/>
              </a:ext>
            </a:extLst>
          </p:cNvPr>
          <p:cNvSpPr/>
          <p:nvPr/>
        </p:nvSpPr>
        <p:spPr>
          <a:xfrm>
            <a:off x="3808675" y="3808675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5EEB3AF9-EC6D-4C1E-A4AA-6F674E97F7F3}"/>
              </a:ext>
            </a:extLst>
          </p:cNvPr>
          <p:cNvSpPr/>
          <p:nvPr/>
        </p:nvSpPr>
        <p:spPr>
          <a:xfrm>
            <a:off x="2289716" y="4317558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6F431507-E024-44DE-BB3E-825853B3C7EB}"/>
              </a:ext>
            </a:extLst>
          </p:cNvPr>
          <p:cNvSpPr/>
          <p:nvPr/>
        </p:nvSpPr>
        <p:spPr>
          <a:xfrm rot="10800000">
            <a:off x="2289716" y="2906202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C7832BD4-B878-4B87-BA5B-1B8AA36913E2}"/>
              </a:ext>
            </a:extLst>
          </p:cNvPr>
          <p:cNvSpPr/>
          <p:nvPr/>
        </p:nvSpPr>
        <p:spPr>
          <a:xfrm rot="10800000">
            <a:off x="628153" y="3707697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668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2C2D8B-EB5C-4880-A2F5-4687A9F9B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89" y="2573048"/>
            <a:ext cx="4218069" cy="23726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50" y="2553535"/>
            <a:ext cx="59873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데스크 클릭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데스크를 클릭 하였을 경우 메뉴창을 </a:t>
            </a:r>
            <a:r>
              <a:rPr lang="ko-KR" altLang="en-US" dirty="0" err="1"/>
              <a:t>뜨운다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조사한다 </a:t>
            </a:r>
            <a:r>
              <a:rPr lang="en-US" altLang="ko-KR" dirty="0"/>
              <a:t>or </a:t>
            </a:r>
            <a:r>
              <a:rPr lang="ko-KR" altLang="en-US" dirty="0"/>
              <a:t>비슷한 </a:t>
            </a:r>
            <a:r>
              <a:rPr lang="ko-KR" altLang="en-US" dirty="0" err="1"/>
              <a:t>뉘양스의</a:t>
            </a:r>
            <a:r>
              <a:rPr lang="ko-KR" altLang="en-US" dirty="0"/>
              <a:t> 대사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 err="1"/>
              <a:t>조사한다를</a:t>
            </a:r>
            <a:r>
              <a:rPr lang="ko-KR" altLang="en-US" dirty="0"/>
              <a:t> 클릭했을 경우 데스크 패널을 활성화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데스크의 자식 오브젝트들 활성화 </a:t>
            </a:r>
            <a:r>
              <a:rPr lang="en-US" altLang="ko-KR" dirty="0"/>
              <a:t>(</a:t>
            </a:r>
            <a:r>
              <a:rPr lang="ko-KR" altLang="en-US" dirty="0"/>
              <a:t>패널의 백스페이스나 데스크 패널 자식 오브젝트들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예외 처리 </a:t>
            </a:r>
            <a:r>
              <a:rPr lang="en-US" altLang="ko-KR" dirty="0"/>
              <a:t>: </a:t>
            </a:r>
            <a:r>
              <a:rPr lang="ko-KR" altLang="en-US" dirty="0"/>
              <a:t>백스페이스와 마찬가지로 패널을 활성화 했을 경우 패널의 자식 오브젝트나 이미지가 아닌 이상 또한 데스크를 활성화 했을 때의 퍼즐이나 일기장을 제외한 다른 </a:t>
            </a:r>
            <a:r>
              <a:rPr lang="ko-KR" altLang="en-US" dirty="0" err="1"/>
              <a:t>오브젝트들와의</a:t>
            </a:r>
            <a:r>
              <a:rPr lang="ko-KR" altLang="en-US" dirty="0"/>
              <a:t> 상호작용은 </a:t>
            </a:r>
            <a:r>
              <a:rPr lang="en-US" altLang="ko-KR" dirty="0"/>
              <a:t>false</a:t>
            </a:r>
            <a:r>
              <a:rPr lang="ko-KR" altLang="en-US" dirty="0"/>
              <a:t>상태 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3CD479-77EA-433F-8BBD-CD6DA4F74E29}"/>
              </a:ext>
            </a:extLst>
          </p:cNvPr>
          <p:cNvSpPr/>
          <p:nvPr/>
        </p:nvSpPr>
        <p:spPr>
          <a:xfrm>
            <a:off x="461176" y="2679590"/>
            <a:ext cx="477078" cy="453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6C1D3FFD-91D7-4E13-8259-AAD1757BA846}"/>
              </a:ext>
            </a:extLst>
          </p:cNvPr>
          <p:cNvSpPr/>
          <p:nvPr/>
        </p:nvSpPr>
        <p:spPr>
          <a:xfrm>
            <a:off x="3808675" y="3808675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5EEB3AF9-EC6D-4C1E-A4AA-6F674E97F7F3}"/>
              </a:ext>
            </a:extLst>
          </p:cNvPr>
          <p:cNvSpPr/>
          <p:nvPr/>
        </p:nvSpPr>
        <p:spPr>
          <a:xfrm>
            <a:off x="2289716" y="4317558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6F431507-E024-44DE-BB3E-825853B3C7EB}"/>
              </a:ext>
            </a:extLst>
          </p:cNvPr>
          <p:cNvSpPr/>
          <p:nvPr/>
        </p:nvSpPr>
        <p:spPr>
          <a:xfrm rot="10800000">
            <a:off x="2289716" y="2906202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C7832BD4-B878-4B87-BA5B-1B8AA36913E2}"/>
              </a:ext>
            </a:extLst>
          </p:cNvPr>
          <p:cNvSpPr/>
          <p:nvPr/>
        </p:nvSpPr>
        <p:spPr>
          <a:xfrm rot="10800000">
            <a:off x="628153" y="3707697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075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2C2D8B-EB5C-4880-A2F5-4687A9F9B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89" y="2573048"/>
            <a:ext cx="4218069" cy="23726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50" y="2553535"/>
            <a:ext cx="59873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데스크 클릭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데스크를 클릭 하였을 경우 메뉴창을 </a:t>
            </a:r>
            <a:r>
              <a:rPr lang="ko-KR" altLang="en-US" dirty="0" err="1"/>
              <a:t>뜨운다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조사한다 </a:t>
            </a:r>
            <a:r>
              <a:rPr lang="en-US" altLang="ko-KR" dirty="0"/>
              <a:t>or </a:t>
            </a:r>
            <a:r>
              <a:rPr lang="ko-KR" altLang="en-US" dirty="0"/>
              <a:t>비슷한 </a:t>
            </a:r>
            <a:r>
              <a:rPr lang="ko-KR" altLang="en-US" dirty="0" err="1"/>
              <a:t>뉘양스의</a:t>
            </a:r>
            <a:r>
              <a:rPr lang="ko-KR" altLang="en-US" dirty="0"/>
              <a:t> 대사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 err="1"/>
              <a:t>조사한다를</a:t>
            </a:r>
            <a:r>
              <a:rPr lang="ko-KR" altLang="en-US" dirty="0"/>
              <a:t> 클릭했을 경우 데스크 패널을 활성화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데스크의 자식 오브젝트들 활성화 </a:t>
            </a:r>
            <a:r>
              <a:rPr lang="en-US" altLang="ko-KR" dirty="0"/>
              <a:t>(</a:t>
            </a:r>
            <a:r>
              <a:rPr lang="ko-KR" altLang="en-US" dirty="0"/>
              <a:t>패널의 백스페이스나 데스크 패널 자식 오브젝트들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예외 처리 </a:t>
            </a:r>
            <a:r>
              <a:rPr lang="en-US" altLang="ko-KR" dirty="0"/>
              <a:t>: </a:t>
            </a:r>
            <a:r>
              <a:rPr lang="ko-KR" altLang="en-US" dirty="0"/>
              <a:t>백스페이스와 마찬가지로 패널을 활성화 했을 경우 패널의 자식 오브젝트나 이미지가 아닌 이상 또한 데스크를 활성화 했을 때의 퍼즐이나 일기장을 제외한 다른 </a:t>
            </a:r>
            <a:r>
              <a:rPr lang="ko-KR" altLang="en-US" dirty="0" err="1"/>
              <a:t>오브젝트들과의</a:t>
            </a:r>
            <a:r>
              <a:rPr lang="ko-KR" altLang="en-US" dirty="0"/>
              <a:t> 상호작용은 </a:t>
            </a:r>
            <a:r>
              <a:rPr lang="en-US" altLang="ko-KR" dirty="0"/>
              <a:t>false</a:t>
            </a:r>
            <a:r>
              <a:rPr lang="ko-KR" altLang="en-US" dirty="0"/>
              <a:t>상태 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3CD479-77EA-433F-8BBD-CD6DA4F74E29}"/>
              </a:ext>
            </a:extLst>
          </p:cNvPr>
          <p:cNvSpPr/>
          <p:nvPr/>
        </p:nvSpPr>
        <p:spPr>
          <a:xfrm>
            <a:off x="461176" y="2679590"/>
            <a:ext cx="477078" cy="453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6C1D3FFD-91D7-4E13-8259-AAD1757BA846}"/>
              </a:ext>
            </a:extLst>
          </p:cNvPr>
          <p:cNvSpPr/>
          <p:nvPr/>
        </p:nvSpPr>
        <p:spPr>
          <a:xfrm>
            <a:off x="3808675" y="3808675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5EEB3AF9-EC6D-4C1E-A4AA-6F674E97F7F3}"/>
              </a:ext>
            </a:extLst>
          </p:cNvPr>
          <p:cNvSpPr/>
          <p:nvPr/>
        </p:nvSpPr>
        <p:spPr>
          <a:xfrm>
            <a:off x="2289716" y="4317558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6F431507-E024-44DE-BB3E-825853B3C7EB}"/>
              </a:ext>
            </a:extLst>
          </p:cNvPr>
          <p:cNvSpPr/>
          <p:nvPr/>
        </p:nvSpPr>
        <p:spPr>
          <a:xfrm rot="10800000">
            <a:off x="2289716" y="2906202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C7832BD4-B878-4B87-BA5B-1B8AA36913E2}"/>
              </a:ext>
            </a:extLst>
          </p:cNvPr>
          <p:cNvSpPr/>
          <p:nvPr/>
        </p:nvSpPr>
        <p:spPr>
          <a:xfrm rot="10800000">
            <a:off x="628153" y="3707697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979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50" y="2553535"/>
            <a:ext cx="59873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데스크 클릭 후 패널 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패널을 활성화 한 후 일기장과 퍼즐로 사용할 암호문의 자식 오브젝트들을 패널의 활성화와 같이 활성화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예외 처리 </a:t>
            </a:r>
            <a:r>
              <a:rPr lang="en-US" altLang="ko-KR" dirty="0"/>
              <a:t>: </a:t>
            </a:r>
            <a:r>
              <a:rPr lang="ko-KR" altLang="en-US" dirty="0"/>
              <a:t>백스페이스와 마찬가지로 패널을 활성화 했을 경우 패널의 자식 오브젝트나 이미지가 아닌 이상 또한 데스크를 활성화 했을 때의 퍼즐이나 일기장을 제외한 다른 </a:t>
            </a:r>
            <a:r>
              <a:rPr lang="ko-KR" altLang="en-US" dirty="0" err="1"/>
              <a:t>오브젝트들와의</a:t>
            </a:r>
            <a:r>
              <a:rPr lang="ko-KR" altLang="en-US" dirty="0"/>
              <a:t> 상호작용은 </a:t>
            </a:r>
            <a:r>
              <a:rPr lang="en-US" altLang="ko-KR" dirty="0"/>
              <a:t>false</a:t>
            </a:r>
            <a:r>
              <a:rPr lang="ko-KR" altLang="en-US" dirty="0"/>
              <a:t>상태 상호 작용 이후 </a:t>
            </a:r>
            <a:r>
              <a:rPr lang="en-US" altLang="ko-KR" dirty="0"/>
              <a:t>true </a:t>
            </a:r>
            <a:r>
              <a:rPr lang="ko-KR" altLang="en-US" dirty="0"/>
              <a:t>상태로 전환하여 상호작용 가능하도록</a:t>
            </a:r>
            <a:endParaRPr lang="en-US" altLang="ko-KR" dirty="0"/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E8CB12AD-1E4C-4795-AECA-84BD9FA7CF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10" y="2162118"/>
            <a:ext cx="4163919" cy="3601612"/>
          </a:xfrm>
        </p:spPr>
      </p:pic>
    </p:spTree>
    <p:extLst>
      <p:ext uri="{BB962C8B-B14F-4D97-AF65-F5344CB8AC3E}">
        <p14:creationId xmlns:p14="http://schemas.microsoft.com/office/powerpoint/2010/main" val="737257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50" y="2553535"/>
            <a:ext cx="59873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일기장 클릭 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일기장 클릭 이후 패널 활성화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일기장의 내용이 나오고 넘기는 오브젝트 활성화 </a:t>
            </a:r>
            <a:r>
              <a:rPr lang="en-US" altLang="ko-KR" dirty="0"/>
              <a:t>(</a:t>
            </a:r>
            <a:r>
              <a:rPr lang="ko-KR" altLang="en-US" dirty="0"/>
              <a:t>화살표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일기장을 다 넘기면 열쇠를 습득 가능하게 함 </a:t>
            </a:r>
            <a:r>
              <a:rPr lang="en-US" altLang="ko-KR" dirty="0"/>
              <a:t>(</a:t>
            </a:r>
            <a:r>
              <a:rPr lang="ko-KR" altLang="en-US" dirty="0"/>
              <a:t>인벤토리 추가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일기장 </a:t>
            </a:r>
            <a:r>
              <a:rPr lang="en-US" altLang="ko-KR" dirty="0"/>
              <a:t>4~5</a:t>
            </a:r>
            <a:r>
              <a:rPr lang="ko-KR" altLang="en-US" dirty="0"/>
              <a:t>페이지 추가 </a:t>
            </a:r>
            <a:r>
              <a:rPr lang="en-US" altLang="ko-KR" dirty="0"/>
              <a:t>(</a:t>
            </a:r>
            <a:r>
              <a:rPr lang="ko-KR" altLang="en-US" dirty="0"/>
              <a:t>내용은 </a:t>
            </a:r>
            <a:r>
              <a:rPr lang="ko-KR" altLang="en-US" dirty="0" err="1"/>
              <a:t>내러티브</a:t>
            </a:r>
            <a:r>
              <a:rPr lang="ko-KR" altLang="en-US" dirty="0"/>
              <a:t> 확정 이후 추가</a:t>
            </a:r>
            <a:r>
              <a:rPr lang="en-US" altLang="ko-KR" dirty="0"/>
              <a:t>) 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C12949B-22DF-43DB-BEDC-8F5B4BBF45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626" y="2810338"/>
            <a:ext cx="2971800" cy="2000250"/>
          </a:xfrm>
        </p:spPr>
      </p:pic>
    </p:spTree>
    <p:extLst>
      <p:ext uri="{BB962C8B-B14F-4D97-AF65-F5344CB8AC3E}">
        <p14:creationId xmlns:p14="http://schemas.microsoft.com/office/powerpoint/2010/main" val="2348711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50" y="2553535"/>
            <a:ext cx="59873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일기장 클릭 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일기장 클릭 이후 패널 활성화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일기장의 내용이 나오고 넘기는 오브젝트 활성화 </a:t>
            </a:r>
            <a:r>
              <a:rPr lang="en-US" altLang="ko-KR" dirty="0"/>
              <a:t>(</a:t>
            </a:r>
            <a:r>
              <a:rPr lang="ko-KR" altLang="en-US" dirty="0"/>
              <a:t>화살표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일기장을 다 넘기면 열쇠를 습득 가능하게 함 </a:t>
            </a:r>
            <a:r>
              <a:rPr lang="en-US" altLang="ko-KR" dirty="0"/>
              <a:t>(</a:t>
            </a:r>
            <a:r>
              <a:rPr lang="ko-KR" altLang="en-US" dirty="0"/>
              <a:t>인벤토리 추가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일기장이기에 </a:t>
            </a:r>
            <a:r>
              <a:rPr lang="en-US" altLang="ko-KR" dirty="0"/>
              <a:t>4</a:t>
            </a:r>
            <a:r>
              <a:rPr lang="ko-KR" altLang="en-US" dirty="0"/>
              <a:t>페이지 정도의 일기가 들어갈 예정</a:t>
            </a:r>
            <a:r>
              <a:rPr lang="en-US" altLang="ko-KR" dirty="0"/>
              <a:t>.</a:t>
            </a:r>
            <a:r>
              <a:rPr lang="ko-KR" altLang="en-US" dirty="0"/>
              <a:t> 저택의 어느 정도의 분위기를 표현하기 위함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30CAB0-6B03-4613-925D-0F6F6BD52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ko-KR" altLang="en-US" sz="2000" dirty="0"/>
              <a:t>책을 펼쳤을 때의 참고 이미지</a:t>
            </a:r>
            <a:r>
              <a:rPr lang="en-US" altLang="ko-KR" sz="2000" dirty="0"/>
              <a:t>]</a:t>
            </a:r>
            <a:endParaRPr lang="ko-KR" altLang="en-US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3DCB647-2290-4E9E-8640-1637C240E3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807" y="2553535"/>
            <a:ext cx="4036518" cy="223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75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BCFD2C5-5043-42FF-BC75-A28DABCF8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01" y="2631136"/>
            <a:ext cx="2743200" cy="234315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F74F6D-5F80-4B8C-8545-3D7F38148624}"/>
              </a:ext>
            </a:extLst>
          </p:cNvPr>
          <p:cNvSpPr txBox="1"/>
          <p:nvPr/>
        </p:nvSpPr>
        <p:spPr>
          <a:xfrm>
            <a:off x="5041127" y="2544417"/>
            <a:ext cx="62179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암호문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암호문을 클릭했을 때 패널을 활성화</a:t>
            </a:r>
            <a:endParaRPr lang="en-US" altLang="ko-KR" dirty="0"/>
          </a:p>
          <a:p>
            <a:r>
              <a:rPr lang="en-US" altLang="ko-KR" dirty="0"/>
              <a:t>-&gt;</a:t>
            </a:r>
            <a:r>
              <a:rPr lang="ko-KR" altLang="en-US" dirty="0"/>
              <a:t> 암호문을 풀 수 있는 카드를 가져다 댔을 때 암호문에서 단어들이 나오도록 </a:t>
            </a:r>
            <a:r>
              <a:rPr lang="en-US" altLang="ko-KR" dirty="0"/>
              <a:t>(ex red, green, blue, plus, minus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백스페이스 활성화 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암호문을 클릭해서 패널이 활성화 되었을 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예외 처리 </a:t>
            </a:r>
            <a:r>
              <a:rPr lang="en-US" altLang="ko-KR" dirty="0"/>
              <a:t>: </a:t>
            </a:r>
            <a:r>
              <a:rPr lang="ko-KR" altLang="en-US" dirty="0"/>
              <a:t>패널 뒤 오브젝트들의 클릭 처리 </a:t>
            </a:r>
            <a:r>
              <a:rPr lang="en-US" altLang="ko-KR" dirty="0"/>
              <a:t>false. </a:t>
            </a:r>
            <a:r>
              <a:rPr lang="ko-KR" altLang="en-US" dirty="0"/>
              <a:t>그리고 백스페이스를 눌렀을 경우 클릭 처리 </a:t>
            </a:r>
            <a:r>
              <a:rPr lang="en-US" altLang="ko-KR" dirty="0"/>
              <a:t>true.</a:t>
            </a:r>
          </a:p>
        </p:txBody>
      </p:sp>
    </p:spTree>
    <p:extLst>
      <p:ext uri="{BB962C8B-B14F-4D97-AF65-F5344CB8AC3E}">
        <p14:creationId xmlns:p14="http://schemas.microsoft.com/office/powerpoint/2010/main" val="2706714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개발팀</a:t>
            </a:r>
            <a:r>
              <a:rPr lang="en-US" altLang="ko-KR" dirty="0"/>
              <a:t> + </a:t>
            </a:r>
            <a:r>
              <a:rPr lang="ko-KR" altLang="en-US" dirty="0" err="1"/>
              <a:t>아트팀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BCFD2C5-5043-42FF-BC75-A28DABCF8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01" y="2631136"/>
            <a:ext cx="2743200" cy="234315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F74F6D-5F80-4B8C-8545-3D7F38148624}"/>
              </a:ext>
            </a:extLst>
          </p:cNvPr>
          <p:cNvSpPr txBox="1"/>
          <p:nvPr/>
        </p:nvSpPr>
        <p:spPr>
          <a:xfrm>
            <a:off x="5041126" y="2544417"/>
            <a:ext cx="65995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암호문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암호 패드의 위치 변경 </a:t>
            </a:r>
            <a:r>
              <a:rPr lang="en-US" altLang="ko-KR" dirty="0"/>
              <a:t>: </a:t>
            </a:r>
            <a:r>
              <a:rPr lang="ko-KR" altLang="en-US" dirty="0"/>
              <a:t>가정부 방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가정부가 취미로 퍼즐을 풀었다는 설정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가정부 방에 퍼즐풀이 책 추가 </a:t>
            </a:r>
            <a:r>
              <a:rPr lang="en-US" altLang="ko-KR" dirty="0"/>
              <a:t>(</a:t>
            </a:r>
            <a:r>
              <a:rPr lang="ko-KR" altLang="en-US" dirty="0"/>
              <a:t>기존 요리책에서 색만 변화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사유 </a:t>
            </a:r>
            <a:r>
              <a:rPr lang="en-US" altLang="ko-KR" dirty="0"/>
              <a:t>: </a:t>
            </a:r>
            <a:r>
              <a:rPr lang="ko-KR" altLang="en-US" dirty="0"/>
              <a:t>일을 하는 서재의 책상에 퍼즐과 일기장 두 물건만 놓여 있는 것은 부자연스러움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서재의 책상에서 저택 주인이 어떠한 직업을 가졌는지 보여주기 위함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8337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책장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366468" y="1806404"/>
            <a:ext cx="59873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책장은 퍼즐 풀이용 </a:t>
            </a:r>
            <a:r>
              <a:rPr lang="en-US" altLang="ko-KR" dirty="0"/>
              <a:t>+ </a:t>
            </a:r>
            <a:r>
              <a:rPr lang="ko-KR" altLang="en-US" dirty="0"/>
              <a:t>숨겨진 문을 활성화 하는데 쓰임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책장 </a:t>
            </a:r>
            <a:r>
              <a:rPr lang="ko-KR" altLang="en-US" dirty="0" err="1"/>
              <a:t>씬에</a:t>
            </a:r>
            <a:r>
              <a:rPr lang="ko-KR" altLang="en-US" dirty="0"/>
              <a:t> 들어온 경우 책장의 방향을 오른쪽 위에 출력 해준 뒤 책장을 클릭 하였을 경우 책장의 책 색깔 별 개수를 대사로 출력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백 스페이스를 눌렀을 경우 복도로 나가는 경우 </a:t>
            </a:r>
            <a:r>
              <a:rPr lang="en-US" altLang="ko-KR" dirty="0"/>
              <a:t>+ </a:t>
            </a:r>
            <a:r>
              <a:rPr lang="ko-KR" altLang="en-US" dirty="0"/>
              <a:t>데스크로 돌아가는 경우 </a:t>
            </a:r>
            <a:r>
              <a:rPr lang="en-US" altLang="ko-KR" dirty="0"/>
              <a:t>2</a:t>
            </a:r>
            <a:r>
              <a:rPr lang="ko-KR" altLang="en-US" dirty="0"/>
              <a:t>가지를 구현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백 스페이스를 클릭하였을 경우 </a:t>
            </a:r>
            <a:r>
              <a:rPr lang="en-US" altLang="ko-KR" dirty="0"/>
              <a:t>3</a:t>
            </a:r>
            <a:r>
              <a:rPr lang="ko-KR" altLang="en-US" dirty="0"/>
              <a:t>가지 선택지를 제공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데스크로 돌아간다 </a:t>
            </a:r>
            <a:r>
              <a:rPr lang="en-US" altLang="ko-KR" dirty="0"/>
              <a:t>=&gt; fade out + </a:t>
            </a:r>
            <a:r>
              <a:rPr lang="ko-KR" altLang="en-US" dirty="0"/>
              <a:t>중앙 서재 씬 로드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복도로 돌아간다 </a:t>
            </a:r>
            <a:r>
              <a:rPr lang="en-US" altLang="ko-KR" dirty="0"/>
              <a:t>=&gt; fade out + </a:t>
            </a:r>
            <a:r>
              <a:rPr lang="ko-KR" altLang="en-US" dirty="0"/>
              <a:t>복도 씬 로드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그만둔다 </a:t>
            </a:r>
            <a:r>
              <a:rPr lang="en-US" altLang="ko-KR" dirty="0"/>
              <a:t>=&gt; </a:t>
            </a:r>
            <a:r>
              <a:rPr lang="ko-KR" altLang="en-US" dirty="0"/>
              <a:t>그만둔다는 대사와 함께 책장 </a:t>
            </a:r>
            <a:r>
              <a:rPr lang="ko-KR" altLang="en-US" dirty="0" err="1"/>
              <a:t>씬에</a:t>
            </a:r>
            <a:r>
              <a:rPr lang="ko-KR" altLang="en-US" dirty="0"/>
              <a:t> 남음</a:t>
            </a:r>
            <a:endParaRPr lang="en-US" altLang="ko-KR" dirty="0"/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05B14CE2-EF0F-40C5-B894-91F2173A0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01" y="2066840"/>
            <a:ext cx="5010849" cy="3105583"/>
          </a:xfr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5A1D76-CB61-41A6-8647-5E6559DD2608}"/>
              </a:ext>
            </a:extLst>
          </p:cNvPr>
          <p:cNvSpPr/>
          <p:nvPr/>
        </p:nvSpPr>
        <p:spPr>
          <a:xfrm>
            <a:off x="228800" y="1573859"/>
            <a:ext cx="733308" cy="7797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27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860</Words>
  <Application>Microsoft Office PowerPoint</Application>
  <PresentationFormat>와이드스크린</PresentationFormat>
  <Paragraphs>142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서재 개발 기획</vt:lpstr>
      <vt:lpstr>목차</vt:lpstr>
      <vt:lpstr>문서의 목적</vt:lpstr>
      <vt:lpstr>아트팀</vt:lpstr>
      <vt:lpstr>아트팀(서재 중앙)</vt:lpstr>
      <vt:lpstr>아트팀(서재 중앙)(수정 제안)</vt:lpstr>
      <vt:lpstr>아트팀 + 개발팀(서재 중앙)(수정 제안)</vt:lpstr>
      <vt:lpstr>아트팀 + 개발팀(서재 중앙)(수정 제안)</vt:lpstr>
      <vt:lpstr>아트팀(책장)</vt:lpstr>
      <vt:lpstr>개발팀(서재 중앙)</vt:lpstr>
      <vt:lpstr>개발팀(서재 중앙)</vt:lpstr>
      <vt:lpstr>개발팀(서재 중앙)</vt:lpstr>
      <vt:lpstr>개발팀(서재 중앙)</vt:lpstr>
      <vt:lpstr>개발팀(서재 중앙)</vt:lpstr>
      <vt:lpstr>개발팀(서재 중앙)</vt:lpstr>
      <vt:lpstr>개발팀(서재 중앙)</vt:lpstr>
      <vt:lpstr>개발팀 + 아트팀(서재 중앙)</vt:lpstr>
      <vt:lpstr>개발팀(책장)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서재 개발 기획</dc:title>
  <dc:creator>user</dc:creator>
  <cp:lastModifiedBy>user</cp:lastModifiedBy>
  <cp:revision>16</cp:revision>
  <dcterms:created xsi:type="dcterms:W3CDTF">2025-10-01T09:12:04Z</dcterms:created>
  <dcterms:modified xsi:type="dcterms:W3CDTF">2025-10-08T20:12:05Z</dcterms:modified>
</cp:coreProperties>
</file>