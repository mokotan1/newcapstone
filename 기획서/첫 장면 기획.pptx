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dcc8b5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dcc8b5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dcc8b5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dcc8b5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0dcc8b59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0dcc8b59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dcc8b59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dcc8b5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dcc8b59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dcc8b59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dcc8b59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dcc8b59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dcc8b59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dcc8b59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 장면 기획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작성자 김기석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 장면 큰 그림</a:t>
            </a:r>
            <a:endParaRPr/>
          </a:p>
        </p:txBody>
      </p:sp>
      <p:pic>
        <p:nvPicPr>
          <p:cNvPr id="61" name="Google Shape;61;p14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50" y="1149600"/>
            <a:ext cx="5427925" cy="310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pic>
        <p:nvPicPr>
          <p:cNvPr id="67" name="Google Shape;67;p15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54925"/>
            <a:ext cx="4449275" cy="25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310225" y="1997850"/>
            <a:ext cx="32058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-구도 변경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구도는 다음 페이지 참고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+점점 다가오는 것을 표현하기 위해 가운데의 사람의 스케일을 점점 크게 조정해서 4장 정도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045650" y="2200675"/>
            <a:ext cx="892500" cy="1620600"/>
          </a:xfrm>
          <a:prstGeom prst="frame">
            <a:avLst>
              <a:gd fmla="val 1250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pic>
        <p:nvPicPr>
          <p:cNvPr id="75" name="Google Shape;75;p16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54925"/>
            <a:ext cx="4449275" cy="25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310225" y="1997850"/>
            <a:ext cx="32058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가면 변경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아래 이미지 처럼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045650" y="2200675"/>
            <a:ext cx="892500" cy="1620600"/>
          </a:xfrm>
          <a:prstGeom prst="frame">
            <a:avLst>
              <a:gd fmla="val 1250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295" y="2853520"/>
            <a:ext cx="1850900" cy="19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310225" y="1997850"/>
            <a:ext cx="32058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-구도 변경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</a:t>
            </a:r>
            <a:r>
              <a:rPr lang="ko" sz="1800">
                <a:solidFill>
                  <a:schemeClr val="dk2"/>
                </a:solidFill>
              </a:rPr>
              <a:t>주인공이 묶여 있는 상황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05425" cy="287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5357200" y="1017725"/>
            <a:ext cx="32058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-구도 변경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주인공이 묶여 있는 상황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05425" cy="287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200" y="2317925"/>
            <a:ext cx="93345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538900" y="1138850"/>
            <a:ext cx="2501400" cy="2932800"/>
          </a:xfrm>
          <a:prstGeom prst="frame">
            <a:avLst>
              <a:gd fmla="val 1250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5600950" y="2764325"/>
            <a:ext cx="9336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어떻게 표현할 것인가?</a:t>
            </a:r>
            <a:endParaRPr/>
          </a:p>
        </p:txBody>
      </p:sp>
      <p:pic>
        <p:nvPicPr>
          <p:cNvPr id="101" name="Google Shape;101;p19" title="화면 캡처 2025-11-06 182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75" y="1252350"/>
            <a:ext cx="5908625" cy="31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529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추가 기능</a:t>
            </a:r>
            <a:endParaRPr/>
          </a:p>
        </p:txBody>
      </p:sp>
      <p:pic>
        <p:nvPicPr>
          <p:cNvPr id="107" name="Google Shape;107;p20" title="화면 캡처 2025-11-06 182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8175"/>
            <a:ext cx="4975601" cy="26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5345475" y="1120300"/>
            <a:ext cx="3428100" cy="3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눈 깜빡임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 깜빡일 때 마다 시선이 선명해짐(intensity 조정)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시선의 이동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-&gt;좌, 우로 여기가 어딘지 파악하기 위해 두리번거리는 것을 표현하기 위함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물 떨어지는 동굴과 같은 bgm에 전기톱 소리(추후 추가)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