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1084" r:id="rId2"/>
    <p:sldId id="2302" r:id="rId3"/>
    <p:sldId id="2299" r:id="rId4"/>
    <p:sldId id="2312" r:id="rId5"/>
    <p:sldId id="2315" r:id="rId6"/>
    <p:sldId id="2314" r:id="rId7"/>
    <p:sldId id="2318" r:id="rId8"/>
    <p:sldId id="2319" r:id="rId9"/>
    <p:sldId id="2320" r:id="rId10"/>
    <p:sldId id="2317" r:id="rId11"/>
    <p:sldId id="2321" r:id="rId12"/>
    <p:sldId id="2316" r:id="rId13"/>
    <p:sldId id="2322" r:id="rId14"/>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4DB00C4C-27B9-4DDB-AF28-098C1221A2DB}">
          <p14:sldIdLst>
            <p14:sldId id="1084"/>
            <p14:sldId id="2302"/>
            <p14:sldId id="2299"/>
            <p14:sldId id="2312"/>
            <p14:sldId id="2315"/>
            <p14:sldId id="2314"/>
            <p14:sldId id="2318"/>
            <p14:sldId id="2319"/>
            <p14:sldId id="2320"/>
            <p14:sldId id="2317"/>
            <p14:sldId id="2321"/>
            <p14:sldId id="2316"/>
          </p14:sldIdLst>
        </p14:section>
        <p14:section name="제목 없는 구역" id="{AE0F906F-3434-4876-A8AC-D278D5A9B454}">
          <p14:sldIdLst>
            <p14:sldId id="232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F9FB"/>
    <a:srgbClr val="008375"/>
    <a:srgbClr val="9CF0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4660"/>
  </p:normalViewPr>
  <p:slideViewPr>
    <p:cSldViewPr snapToGrid="0">
      <p:cViewPr varScale="1">
        <p:scale>
          <a:sx n="76" d="100"/>
          <a:sy n="76" d="100"/>
        </p:scale>
        <p:origin x="66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641385-7587-4543-BAAD-2A1893F68E09}" type="datetimeFigureOut">
              <a:rPr lang="ko-KR" altLang="en-US" smtClean="0"/>
              <a:t>2025-09-16</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986183-DE92-4C8D-96B7-2EED7824038E}" type="slidenum">
              <a:rPr lang="ko-KR" altLang="en-US" smtClean="0"/>
              <a:t>‹#›</a:t>
            </a:fld>
            <a:endParaRPr lang="ko-KR" altLang="en-US"/>
          </a:p>
        </p:txBody>
      </p:sp>
    </p:spTree>
    <p:extLst>
      <p:ext uri="{BB962C8B-B14F-4D97-AF65-F5344CB8AC3E}">
        <p14:creationId xmlns:p14="http://schemas.microsoft.com/office/powerpoint/2010/main" val="327858283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31586BD-0F56-465E-90DD-4F7EB5C22C46}"/>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D62D75AF-8D7E-477A-B06A-773B54B18A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822D08B3-A9A6-4CA5-94A5-60BE4193B856}"/>
              </a:ext>
            </a:extLst>
          </p:cNvPr>
          <p:cNvSpPr>
            <a:spLocks noGrp="1"/>
          </p:cNvSpPr>
          <p:nvPr>
            <p:ph type="dt" sz="half" idx="10"/>
          </p:nvPr>
        </p:nvSpPr>
        <p:spPr/>
        <p:txBody>
          <a:bodyPr/>
          <a:lstStyle/>
          <a:p>
            <a:fld id="{476BE8F7-8EF6-4880-9F1A-6D10965A8681}" type="datetimeFigureOut">
              <a:rPr lang="ko-KR" altLang="en-US" smtClean="0">
                <a:solidFill>
                  <a:prstClr val="black">
                    <a:tint val="75000"/>
                  </a:prstClr>
                </a:solidFill>
              </a:rPr>
              <a:pPr/>
              <a:t>2025-09-16</a:t>
            </a:fld>
            <a:endParaRPr lang="ko-KR" altLang="en-US" dirty="0">
              <a:solidFill>
                <a:prstClr val="black">
                  <a:tint val="75000"/>
                </a:prstClr>
              </a:solidFill>
            </a:endParaRPr>
          </a:p>
        </p:txBody>
      </p:sp>
      <p:sp>
        <p:nvSpPr>
          <p:cNvPr id="5" name="바닥글 개체 틀 4">
            <a:extLst>
              <a:ext uri="{FF2B5EF4-FFF2-40B4-BE49-F238E27FC236}">
                <a16:creationId xmlns:a16="http://schemas.microsoft.com/office/drawing/2014/main" id="{825B2C64-F6D0-4564-A934-9F517F7C49AB}"/>
              </a:ext>
            </a:extLst>
          </p:cNvPr>
          <p:cNvSpPr>
            <a:spLocks noGrp="1"/>
          </p:cNvSpPr>
          <p:nvPr>
            <p:ph type="ftr" sz="quarter" idx="11"/>
          </p:nvPr>
        </p:nvSpPr>
        <p:spPr/>
        <p:txBody>
          <a:bodyPr/>
          <a:lstStyle/>
          <a:p>
            <a:endParaRPr lang="ko-KR" altLang="en-US" dirty="0">
              <a:solidFill>
                <a:prstClr val="black">
                  <a:tint val="75000"/>
                </a:prstClr>
              </a:solidFill>
            </a:endParaRPr>
          </a:p>
        </p:txBody>
      </p:sp>
      <p:sp>
        <p:nvSpPr>
          <p:cNvPr id="6" name="슬라이드 번호 개체 틀 5">
            <a:extLst>
              <a:ext uri="{FF2B5EF4-FFF2-40B4-BE49-F238E27FC236}">
                <a16:creationId xmlns:a16="http://schemas.microsoft.com/office/drawing/2014/main" id="{73881C62-2657-4643-9CC9-89D68799A768}"/>
              </a:ext>
            </a:extLst>
          </p:cNvPr>
          <p:cNvSpPr>
            <a:spLocks noGrp="1"/>
          </p:cNvSpPr>
          <p:nvPr>
            <p:ph type="sldNum" sz="quarter" idx="12"/>
          </p:nvPr>
        </p:nvSpPr>
        <p:spPr/>
        <p:txBody>
          <a:bodyPr/>
          <a:lstStyle/>
          <a:p>
            <a:fld id="{92A3BBB8-EBE5-4A2B-AB70-89540E1C96C3}" type="slidenum">
              <a:rPr lang="ko-KR" altLang="en-US" smtClean="0">
                <a:solidFill>
                  <a:prstClr val="black">
                    <a:tint val="75000"/>
                  </a:prstClr>
                </a:solidFill>
              </a:rPr>
              <a:pPr/>
              <a:t>‹#›</a:t>
            </a:fld>
            <a:endParaRPr lang="ko-KR" altLang="en-US" dirty="0">
              <a:solidFill>
                <a:prstClr val="black">
                  <a:tint val="75000"/>
                </a:prstClr>
              </a:solidFill>
            </a:endParaRPr>
          </a:p>
        </p:txBody>
      </p:sp>
    </p:spTree>
    <p:extLst>
      <p:ext uri="{BB962C8B-B14F-4D97-AF65-F5344CB8AC3E}">
        <p14:creationId xmlns:p14="http://schemas.microsoft.com/office/powerpoint/2010/main" val="3128332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9BCD5E-CF2F-45CD-A1C5-FACE037AE6D6}"/>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6340CAA-7987-4F30-B10A-034CDBA23AC4}"/>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208DEE94-B9EB-437B-B87B-4D63439559CF}"/>
              </a:ext>
            </a:extLst>
          </p:cNvPr>
          <p:cNvSpPr>
            <a:spLocks noGrp="1"/>
          </p:cNvSpPr>
          <p:nvPr>
            <p:ph type="dt" sz="half" idx="10"/>
          </p:nvPr>
        </p:nvSpPr>
        <p:spPr/>
        <p:txBody>
          <a:bodyPr/>
          <a:lstStyle/>
          <a:p>
            <a:fld id="{476BE8F7-8EF6-4880-9F1A-6D10965A8681}" type="datetimeFigureOut">
              <a:rPr lang="ko-KR" altLang="en-US" smtClean="0">
                <a:solidFill>
                  <a:prstClr val="black">
                    <a:tint val="75000"/>
                  </a:prstClr>
                </a:solidFill>
              </a:rPr>
              <a:pPr/>
              <a:t>2025-09-16</a:t>
            </a:fld>
            <a:endParaRPr lang="ko-KR" altLang="en-US" dirty="0">
              <a:solidFill>
                <a:prstClr val="black">
                  <a:tint val="75000"/>
                </a:prstClr>
              </a:solidFill>
            </a:endParaRPr>
          </a:p>
        </p:txBody>
      </p:sp>
      <p:sp>
        <p:nvSpPr>
          <p:cNvPr id="5" name="바닥글 개체 틀 4">
            <a:extLst>
              <a:ext uri="{FF2B5EF4-FFF2-40B4-BE49-F238E27FC236}">
                <a16:creationId xmlns:a16="http://schemas.microsoft.com/office/drawing/2014/main" id="{20C7A974-A07A-49C2-B147-F6EC850539C3}"/>
              </a:ext>
            </a:extLst>
          </p:cNvPr>
          <p:cNvSpPr>
            <a:spLocks noGrp="1"/>
          </p:cNvSpPr>
          <p:nvPr>
            <p:ph type="ftr" sz="quarter" idx="11"/>
          </p:nvPr>
        </p:nvSpPr>
        <p:spPr/>
        <p:txBody>
          <a:bodyPr/>
          <a:lstStyle/>
          <a:p>
            <a:endParaRPr lang="ko-KR" altLang="en-US" dirty="0">
              <a:solidFill>
                <a:prstClr val="black">
                  <a:tint val="75000"/>
                </a:prstClr>
              </a:solidFill>
            </a:endParaRPr>
          </a:p>
        </p:txBody>
      </p:sp>
      <p:sp>
        <p:nvSpPr>
          <p:cNvPr id="6" name="슬라이드 번호 개체 틀 5">
            <a:extLst>
              <a:ext uri="{FF2B5EF4-FFF2-40B4-BE49-F238E27FC236}">
                <a16:creationId xmlns:a16="http://schemas.microsoft.com/office/drawing/2014/main" id="{894EDD24-940C-445F-B974-623173FA1A40}"/>
              </a:ext>
            </a:extLst>
          </p:cNvPr>
          <p:cNvSpPr>
            <a:spLocks noGrp="1"/>
          </p:cNvSpPr>
          <p:nvPr>
            <p:ph type="sldNum" sz="quarter" idx="12"/>
          </p:nvPr>
        </p:nvSpPr>
        <p:spPr/>
        <p:txBody>
          <a:bodyPr/>
          <a:lstStyle/>
          <a:p>
            <a:fld id="{92A3BBB8-EBE5-4A2B-AB70-89540E1C96C3}" type="slidenum">
              <a:rPr lang="ko-KR" altLang="en-US" smtClean="0">
                <a:solidFill>
                  <a:prstClr val="black">
                    <a:tint val="75000"/>
                  </a:prstClr>
                </a:solidFill>
              </a:rPr>
              <a:pPr/>
              <a:t>‹#›</a:t>
            </a:fld>
            <a:endParaRPr lang="ko-KR" altLang="en-US" dirty="0">
              <a:solidFill>
                <a:prstClr val="black">
                  <a:tint val="75000"/>
                </a:prstClr>
              </a:solidFill>
            </a:endParaRPr>
          </a:p>
        </p:txBody>
      </p:sp>
    </p:spTree>
    <p:extLst>
      <p:ext uri="{BB962C8B-B14F-4D97-AF65-F5344CB8AC3E}">
        <p14:creationId xmlns:p14="http://schemas.microsoft.com/office/powerpoint/2010/main" val="3443077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955FC26-2554-4ACE-AD62-BF4C0D1507CE}"/>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5F7A203-776E-48E1-8F52-E0C0617239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22283AA-0163-40C4-BD15-4B5D9779A626}"/>
              </a:ext>
            </a:extLst>
          </p:cNvPr>
          <p:cNvSpPr>
            <a:spLocks noGrp="1"/>
          </p:cNvSpPr>
          <p:nvPr>
            <p:ph type="dt" sz="half" idx="10"/>
          </p:nvPr>
        </p:nvSpPr>
        <p:spPr/>
        <p:txBody>
          <a:bodyPr/>
          <a:lstStyle/>
          <a:p>
            <a:fld id="{476BE8F7-8EF6-4880-9F1A-6D10965A8681}" type="datetimeFigureOut">
              <a:rPr lang="ko-KR" altLang="en-US" smtClean="0">
                <a:solidFill>
                  <a:prstClr val="black">
                    <a:tint val="75000"/>
                  </a:prstClr>
                </a:solidFill>
              </a:rPr>
              <a:pPr/>
              <a:t>2025-09-16</a:t>
            </a:fld>
            <a:endParaRPr lang="ko-KR" altLang="en-US" dirty="0">
              <a:solidFill>
                <a:prstClr val="black">
                  <a:tint val="75000"/>
                </a:prstClr>
              </a:solidFill>
            </a:endParaRPr>
          </a:p>
        </p:txBody>
      </p:sp>
      <p:sp>
        <p:nvSpPr>
          <p:cNvPr id="5" name="바닥글 개체 틀 4">
            <a:extLst>
              <a:ext uri="{FF2B5EF4-FFF2-40B4-BE49-F238E27FC236}">
                <a16:creationId xmlns:a16="http://schemas.microsoft.com/office/drawing/2014/main" id="{D1A8905D-720A-4884-BF88-251296BD5CD6}"/>
              </a:ext>
            </a:extLst>
          </p:cNvPr>
          <p:cNvSpPr>
            <a:spLocks noGrp="1"/>
          </p:cNvSpPr>
          <p:nvPr>
            <p:ph type="ftr" sz="quarter" idx="11"/>
          </p:nvPr>
        </p:nvSpPr>
        <p:spPr/>
        <p:txBody>
          <a:bodyPr/>
          <a:lstStyle/>
          <a:p>
            <a:endParaRPr lang="ko-KR" altLang="en-US" dirty="0">
              <a:solidFill>
                <a:prstClr val="black">
                  <a:tint val="75000"/>
                </a:prstClr>
              </a:solidFill>
            </a:endParaRPr>
          </a:p>
        </p:txBody>
      </p:sp>
      <p:sp>
        <p:nvSpPr>
          <p:cNvPr id="6" name="슬라이드 번호 개체 틀 5">
            <a:extLst>
              <a:ext uri="{FF2B5EF4-FFF2-40B4-BE49-F238E27FC236}">
                <a16:creationId xmlns:a16="http://schemas.microsoft.com/office/drawing/2014/main" id="{091F5B7E-479B-4C2C-9C2F-FC3D3BAF2427}"/>
              </a:ext>
            </a:extLst>
          </p:cNvPr>
          <p:cNvSpPr>
            <a:spLocks noGrp="1"/>
          </p:cNvSpPr>
          <p:nvPr>
            <p:ph type="sldNum" sz="quarter" idx="12"/>
          </p:nvPr>
        </p:nvSpPr>
        <p:spPr/>
        <p:txBody>
          <a:bodyPr/>
          <a:lstStyle/>
          <a:p>
            <a:fld id="{92A3BBB8-EBE5-4A2B-AB70-89540E1C96C3}" type="slidenum">
              <a:rPr lang="ko-KR" altLang="en-US" smtClean="0">
                <a:solidFill>
                  <a:prstClr val="black">
                    <a:tint val="75000"/>
                  </a:prstClr>
                </a:solidFill>
              </a:rPr>
              <a:pPr/>
              <a:t>‹#›</a:t>
            </a:fld>
            <a:endParaRPr lang="ko-KR" altLang="en-US" dirty="0">
              <a:solidFill>
                <a:prstClr val="black">
                  <a:tint val="75000"/>
                </a:prstClr>
              </a:solidFill>
            </a:endParaRPr>
          </a:p>
        </p:txBody>
      </p:sp>
    </p:spTree>
    <p:extLst>
      <p:ext uri="{BB962C8B-B14F-4D97-AF65-F5344CB8AC3E}">
        <p14:creationId xmlns:p14="http://schemas.microsoft.com/office/powerpoint/2010/main" val="1405406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A78C707-FFC8-4A24-BA23-EF9EC44675A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E2160DF4-3AB1-42B3-8971-B823E5CB29C5}"/>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EB6BFC4C-B0FA-4F91-8D27-3D1AF4C2C733}"/>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62FAC31B-12B8-44B6-A9E9-8F967BCFB495}"/>
              </a:ext>
            </a:extLst>
          </p:cNvPr>
          <p:cNvSpPr>
            <a:spLocks noGrp="1"/>
          </p:cNvSpPr>
          <p:nvPr>
            <p:ph type="dt" sz="half" idx="10"/>
          </p:nvPr>
        </p:nvSpPr>
        <p:spPr/>
        <p:txBody>
          <a:bodyPr/>
          <a:lstStyle/>
          <a:p>
            <a:fld id="{476BE8F7-8EF6-4880-9F1A-6D10965A8681}" type="datetimeFigureOut">
              <a:rPr lang="ko-KR" altLang="en-US" smtClean="0">
                <a:solidFill>
                  <a:prstClr val="black">
                    <a:tint val="75000"/>
                  </a:prstClr>
                </a:solidFill>
              </a:rPr>
              <a:pPr/>
              <a:t>2025-09-16</a:t>
            </a:fld>
            <a:endParaRPr lang="ko-KR" altLang="en-US" dirty="0">
              <a:solidFill>
                <a:prstClr val="black">
                  <a:tint val="75000"/>
                </a:prstClr>
              </a:solidFill>
            </a:endParaRPr>
          </a:p>
        </p:txBody>
      </p:sp>
      <p:sp>
        <p:nvSpPr>
          <p:cNvPr id="6" name="바닥글 개체 틀 5">
            <a:extLst>
              <a:ext uri="{FF2B5EF4-FFF2-40B4-BE49-F238E27FC236}">
                <a16:creationId xmlns:a16="http://schemas.microsoft.com/office/drawing/2014/main" id="{5FFAD4C5-4E96-46C0-9033-3CF48A722307}"/>
              </a:ext>
            </a:extLst>
          </p:cNvPr>
          <p:cNvSpPr>
            <a:spLocks noGrp="1"/>
          </p:cNvSpPr>
          <p:nvPr>
            <p:ph type="ftr" sz="quarter" idx="11"/>
          </p:nvPr>
        </p:nvSpPr>
        <p:spPr/>
        <p:txBody>
          <a:bodyPr/>
          <a:lstStyle/>
          <a:p>
            <a:endParaRPr lang="ko-KR" altLang="en-US" dirty="0">
              <a:solidFill>
                <a:prstClr val="black">
                  <a:tint val="75000"/>
                </a:prstClr>
              </a:solidFill>
            </a:endParaRPr>
          </a:p>
        </p:txBody>
      </p:sp>
      <p:sp>
        <p:nvSpPr>
          <p:cNvPr id="7" name="슬라이드 번호 개체 틀 6">
            <a:extLst>
              <a:ext uri="{FF2B5EF4-FFF2-40B4-BE49-F238E27FC236}">
                <a16:creationId xmlns:a16="http://schemas.microsoft.com/office/drawing/2014/main" id="{F8F5A243-79AB-498E-9F6B-C0EA9EA192EC}"/>
              </a:ext>
            </a:extLst>
          </p:cNvPr>
          <p:cNvSpPr>
            <a:spLocks noGrp="1"/>
          </p:cNvSpPr>
          <p:nvPr>
            <p:ph type="sldNum" sz="quarter" idx="12"/>
          </p:nvPr>
        </p:nvSpPr>
        <p:spPr/>
        <p:txBody>
          <a:bodyPr/>
          <a:lstStyle/>
          <a:p>
            <a:fld id="{92A3BBB8-EBE5-4A2B-AB70-89540E1C96C3}" type="slidenum">
              <a:rPr lang="ko-KR" altLang="en-US" smtClean="0">
                <a:solidFill>
                  <a:prstClr val="black">
                    <a:tint val="75000"/>
                  </a:prstClr>
                </a:solidFill>
              </a:rPr>
              <a:pPr/>
              <a:t>‹#›</a:t>
            </a:fld>
            <a:endParaRPr lang="ko-KR" altLang="en-US" dirty="0">
              <a:solidFill>
                <a:prstClr val="black">
                  <a:tint val="75000"/>
                </a:prstClr>
              </a:solidFill>
            </a:endParaRPr>
          </a:p>
        </p:txBody>
      </p:sp>
    </p:spTree>
    <p:extLst>
      <p:ext uri="{BB962C8B-B14F-4D97-AF65-F5344CB8AC3E}">
        <p14:creationId xmlns:p14="http://schemas.microsoft.com/office/powerpoint/2010/main" val="3645056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839153-E8CD-49CF-A352-CE2C89DD0C4B}"/>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79D2D86D-B04B-4F6E-8B70-CEEE8EE74D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1ADF040F-70C5-4670-BDE4-017C92D5B3A1}"/>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002EE54B-8A53-409D-B09E-64BD2F952B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C2B72209-6EC7-4418-A78D-417AB466F567}"/>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8F99256C-B33C-4980-B58A-185F1B50800F}"/>
              </a:ext>
            </a:extLst>
          </p:cNvPr>
          <p:cNvSpPr>
            <a:spLocks noGrp="1"/>
          </p:cNvSpPr>
          <p:nvPr>
            <p:ph type="dt" sz="half" idx="10"/>
          </p:nvPr>
        </p:nvSpPr>
        <p:spPr/>
        <p:txBody>
          <a:bodyPr/>
          <a:lstStyle/>
          <a:p>
            <a:fld id="{476BE8F7-8EF6-4880-9F1A-6D10965A8681}" type="datetimeFigureOut">
              <a:rPr lang="ko-KR" altLang="en-US" smtClean="0">
                <a:solidFill>
                  <a:prstClr val="black">
                    <a:tint val="75000"/>
                  </a:prstClr>
                </a:solidFill>
              </a:rPr>
              <a:pPr/>
              <a:t>2025-09-16</a:t>
            </a:fld>
            <a:endParaRPr lang="ko-KR" altLang="en-US" dirty="0">
              <a:solidFill>
                <a:prstClr val="black">
                  <a:tint val="75000"/>
                </a:prstClr>
              </a:solidFill>
            </a:endParaRPr>
          </a:p>
        </p:txBody>
      </p:sp>
      <p:sp>
        <p:nvSpPr>
          <p:cNvPr id="8" name="바닥글 개체 틀 7">
            <a:extLst>
              <a:ext uri="{FF2B5EF4-FFF2-40B4-BE49-F238E27FC236}">
                <a16:creationId xmlns:a16="http://schemas.microsoft.com/office/drawing/2014/main" id="{10D41821-F2CE-4C29-8132-70323EDD61F2}"/>
              </a:ext>
            </a:extLst>
          </p:cNvPr>
          <p:cNvSpPr>
            <a:spLocks noGrp="1"/>
          </p:cNvSpPr>
          <p:nvPr>
            <p:ph type="ftr" sz="quarter" idx="11"/>
          </p:nvPr>
        </p:nvSpPr>
        <p:spPr/>
        <p:txBody>
          <a:bodyPr/>
          <a:lstStyle/>
          <a:p>
            <a:endParaRPr lang="ko-KR" altLang="en-US" dirty="0">
              <a:solidFill>
                <a:prstClr val="black">
                  <a:tint val="75000"/>
                </a:prstClr>
              </a:solidFill>
            </a:endParaRPr>
          </a:p>
        </p:txBody>
      </p:sp>
      <p:sp>
        <p:nvSpPr>
          <p:cNvPr id="9" name="슬라이드 번호 개체 틀 8">
            <a:extLst>
              <a:ext uri="{FF2B5EF4-FFF2-40B4-BE49-F238E27FC236}">
                <a16:creationId xmlns:a16="http://schemas.microsoft.com/office/drawing/2014/main" id="{98C219DB-B597-4742-98CD-2CAE4BE5026D}"/>
              </a:ext>
            </a:extLst>
          </p:cNvPr>
          <p:cNvSpPr>
            <a:spLocks noGrp="1"/>
          </p:cNvSpPr>
          <p:nvPr>
            <p:ph type="sldNum" sz="quarter" idx="12"/>
          </p:nvPr>
        </p:nvSpPr>
        <p:spPr/>
        <p:txBody>
          <a:bodyPr/>
          <a:lstStyle/>
          <a:p>
            <a:fld id="{92A3BBB8-EBE5-4A2B-AB70-89540E1C96C3}" type="slidenum">
              <a:rPr lang="ko-KR" altLang="en-US" smtClean="0">
                <a:solidFill>
                  <a:prstClr val="black">
                    <a:tint val="75000"/>
                  </a:prstClr>
                </a:solidFill>
              </a:rPr>
              <a:pPr/>
              <a:t>‹#›</a:t>
            </a:fld>
            <a:endParaRPr lang="ko-KR" altLang="en-US" dirty="0">
              <a:solidFill>
                <a:prstClr val="black">
                  <a:tint val="75000"/>
                </a:prstClr>
              </a:solidFill>
            </a:endParaRPr>
          </a:p>
        </p:txBody>
      </p:sp>
    </p:spTree>
    <p:extLst>
      <p:ext uri="{BB962C8B-B14F-4D97-AF65-F5344CB8AC3E}">
        <p14:creationId xmlns:p14="http://schemas.microsoft.com/office/powerpoint/2010/main" val="1842757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86D106D-5995-4C96-A34B-80776AE9EE60}"/>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2FF2DA30-6E46-4781-A24E-22BEFDC9360A}"/>
              </a:ext>
            </a:extLst>
          </p:cNvPr>
          <p:cNvSpPr>
            <a:spLocks noGrp="1"/>
          </p:cNvSpPr>
          <p:nvPr>
            <p:ph type="dt" sz="half" idx="10"/>
          </p:nvPr>
        </p:nvSpPr>
        <p:spPr/>
        <p:txBody>
          <a:bodyPr/>
          <a:lstStyle/>
          <a:p>
            <a:fld id="{476BE8F7-8EF6-4880-9F1A-6D10965A8681}" type="datetimeFigureOut">
              <a:rPr lang="ko-KR" altLang="en-US" smtClean="0">
                <a:solidFill>
                  <a:prstClr val="black">
                    <a:tint val="75000"/>
                  </a:prstClr>
                </a:solidFill>
              </a:rPr>
              <a:pPr/>
              <a:t>2025-09-16</a:t>
            </a:fld>
            <a:endParaRPr lang="ko-KR" altLang="en-US" dirty="0">
              <a:solidFill>
                <a:prstClr val="black">
                  <a:tint val="75000"/>
                </a:prstClr>
              </a:solidFill>
            </a:endParaRPr>
          </a:p>
        </p:txBody>
      </p:sp>
      <p:sp>
        <p:nvSpPr>
          <p:cNvPr id="4" name="바닥글 개체 틀 3">
            <a:extLst>
              <a:ext uri="{FF2B5EF4-FFF2-40B4-BE49-F238E27FC236}">
                <a16:creationId xmlns:a16="http://schemas.microsoft.com/office/drawing/2014/main" id="{B6E6DFE5-8E83-400E-805F-69D1FE731039}"/>
              </a:ext>
            </a:extLst>
          </p:cNvPr>
          <p:cNvSpPr>
            <a:spLocks noGrp="1"/>
          </p:cNvSpPr>
          <p:nvPr>
            <p:ph type="ftr" sz="quarter" idx="11"/>
          </p:nvPr>
        </p:nvSpPr>
        <p:spPr/>
        <p:txBody>
          <a:bodyPr/>
          <a:lstStyle/>
          <a:p>
            <a:endParaRPr lang="ko-KR" altLang="en-US" dirty="0">
              <a:solidFill>
                <a:prstClr val="black">
                  <a:tint val="75000"/>
                </a:prstClr>
              </a:solidFill>
            </a:endParaRPr>
          </a:p>
        </p:txBody>
      </p:sp>
      <p:sp>
        <p:nvSpPr>
          <p:cNvPr id="5" name="슬라이드 번호 개체 틀 4">
            <a:extLst>
              <a:ext uri="{FF2B5EF4-FFF2-40B4-BE49-F238E27FC236}">
                <a16:creationId xmlns:a16="http://schemas.microsoft.com/office/drawing/2014/main" id="{0DD16593-628A-472D-A9C3-C41BD8886B0A}"/>
              </a:ext>
            </a:extLst>
          </p:cNvPr>
          <p:cNvSpPr>
            <a:spLocks noGrp="1"/>
          </p:cNvSpPr>
          <p:nvPr>
            <p:ph type="sldNum" sz="quarter" idx="12"/>
          </p:nvPr>
        </p:nvSpPr>
        <p:spPr/>
        <p:txBody>
          <a:bodyPr/>
          <a:lstStyle/>
          <a:p>
            <a:fld id="{92A3BBB8-EBE5-4A2B-AB70-89540E1C96C3}" type="slidenum">
              <a:rPr lang="ko-KR" altLang="en-US" smtClean="0">
                <a:solidFill>
                  <a:prstClr val="black">
                    <a:tint val="75000"/>
                  </a:prstClr>
                </a:solidFill>
              </a:rPr>
              <a:pPr/>
              <a:t>‹#›</a:t>
            </a:fld>
            <a:endParaRPr lang="ko-KR" altLang="en-US" dirty="0">
              <a:solidFill>
                <a:prstClr val="black">
                  <a:tint val="75000"/>
                </a:prstClr>
              </a:solidFill>
            </a:endParaRPr>
          </a:p>
        </p:txBody>
      </p:sp>
    </p:spTree>
    <p:extLst>
      <p:ext uri="{BB962C8B-B14F-4D97-AF65-F5344CB8AC3E}">
        <p14:creationId xmlns:p14="http://schemas.microsoft.com/office/powerpoint/2010/main" val="899224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49B1C4D2-3722-4C1D-B0E4-3ABC0DA4CA9D}"/>
              </a:ext>
            </a:extLst>
          </p:cNvPr>
          <p:cNvSpPr>
            <a:spLocks noGrp="1"/>
          </p:cNvSpPr>
          <p:nvPr>
            <p:ph type="dt" sz="half" idx="10"/>
          </p:nvPr>
        </p:nvSpPr>
        <p:spPr/>
        <p:txBody>
          <a:bodyPr/>
          <a:lstStyle/>
          <a:p>
            <a:fld id="{476BE8F7-8EF6-4880-9F1A-6D10965A8681}" type="datetimeFigureOut">
              <a:rPr lang="ko-KR" altLang="en-US" smtClean="0">
                <a:solidFill>
                  <a:prstClr val="black">
                    <a:tint val="75000"/>
                  </a:prstClr>
                </a:solidFill>
              </a:rPr>
              <a:pPr/>
              <a:t>2025-09-16</a:t>
            </a:fld>
            <a:endParaRPr lang="ko-KR" altLang="en-US" dirty="0">
              <a:solidFill>
                <a:prstClr val="black">
                  <a:tint val="75000"/>
                </a:prstClr>
              </a:solidFill>
            </a:endParaRPr>
          </a:p>
        </p:txBody>
      </p:sp>
      <p:sp>
        <p:nvSpPr>
          <p:cNvPr id="3" name="바닥글 개체 틀 2">
            <a:extLst>
              <a:ext uri="{FF2B5EF4-FFF2-40B4-BE49-F238E27FC236}">
                <a16:creationId xmlns:a16="http://schemas.microsoft.com/office/drawing/2014/main" id="{C3A393B7-AE11-4029-9D65-0BDEFB02DCD9}"/>
              </a:ext>
            </a:extLst>
          </p:cNvPr>
          <p:cNvSpPr>
            <a:spLocks noGrp="1"/>
          </p:cNvSpPr>
          <p:nvPr>
            <p:ph type="ftr" sz="quarter" idx="11"/>
          </p:nvPr>
        </p:nvSpPr>
        <p:spPr/>
        <p:txBody>
          <a:bodyPr/>
          <a:lstStyle/>
          <a:p>
            <a:endParaRPr lang="ko-KR" altLang="en-US" dirty="0">
              <a:solidFill>
                <a:prstClr val="black">
                  <a:tint val="75000"/>
                </a:prstClr>
              </a:solidFill>
            </a:endParaRPr>
          </a:p>
        </p:txBody>
      </p:sp>
      <p:sp>
        <p:nvSpPr>
          <p:cNvPr id="4" name="슬라이드 번호 개체 틀 3">
            <a:extLst>
              <a:ext uri="{FF2B5EF4-FFF2-40B4-BE49-F238E27FC236}">
                <a16:creationId xmlns:a16="http://schemas.microsoft.com/office/drawing/2014/main" id="{DB9F3B94-79EC-477D-B625-FF12E8701FDD}"/>
              </a:ext>
            </a:extLst>
          </p:cNvPr>
          <p:cNvSpPr>
            <a:spLocks noGrp="1"/>
          </p:cNvSpPr>
          <p:nvPr>
            <p:ph type="sldNum" sz="quarter" idx="12"/>
          </p:nvPr>
        </p:nvSpPr>
        <p:spPr/>
        <p:txBody>
          <a:bodyPr/>
          <a:lstStyle/>
          <a:p>
            <a:fld id="{92A3BBB8-EBE5-4A2B-AB70-89540E1C96C3}" type="slidenum">
              <a:rPr lang="ko-KR" altLang="en-US" smtClean="0">
                <a:solidFill>
                  <a:prstClr val="black">
                    <a:tint val="75000"/>
                  </a:prstClr>
                </a:solidFill>
              </a:rPr>
              <a:pPr/>
              <a:t>‹#›</a:t>
            </a:fld>
            <a:endParaRPr lang="ko-KR" altLang="en-US" dirty="0">
              <a:solidFill>
                <a:prstClr val="black">
                  <a:tint val="75000"/>
                </a:prstClr>
              </a:solidFill>
            </a:endParaRPr>
          </a:p>
        </p:txBody>
      </p:sp>
    </p:spTree>
    <p:extLst>
      <p:ext uri="{BB962C8B-B14F-4D97-AF65-F5344CB8AC3E}">
        <p14:creationId xmlns:p14="http://schemas.microsoft.com/office/powerpoint/2010/main" val="3769809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8D40AC1-6795-4CA4-8863-90C130E9FF6C}"/>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B0AA3D37-5CDD-4F3C-8395-110B381166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2E09C48F-85AB-4E64-BEFA-3A18C6A9F9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B6C7D03F-6B67-4E51-B669-6A0E67E1E6BB}"/>
              </a:ext>
            </a:extLst>
          </p:cNvPr>
          <p:cNvSpPr>
            <a:spLocks noGrp="1"/>
          </p:cNvSpPr>
          <p:nvPr>
            <p:ph type="dt" sz="half" idx="10"/>
          </p:nvPr>
        </p:nvSpPr>
        <p:spPr/>
        <p:txBody>
          <a:bodyPr/>
          <a:lstStyle/>
          <a:p>
            <a:fld id="{476BE8F7-8EF6-4880-9F1A-6D10965A8681}" type="datetimeFigureOut">
              <a:rPr lang="ko-KR" altLang="en-US" smtClean="0">
                <a:solidFill>
                  <a:prstClr val="black">
                    <a:tint val="75000"/>
                  </a:prstClr>
                </a:solidFill>
              </a:rPr>
              <a:pPr/>
              <a:t>2025-09-16</a:t>
            </a:fld>
            <a:endParaRPr lang="ko-KR" altLang="en-US" dirty="0">
              <a:solidFill>
                <a:prstClr val="black">
                  <a:tint val="75000"/>
                </a:prstClr>
              </a:solidFill>
            </a:endParaRPr>
          </a:p>
        </p:txBody>
      </p:sp>
      <p:sp>
        <p:nvSpPr>
          <p:cNvPr id="6" name="바닥글 개체 틀 5">
            <a:extLst>
              <a:ext uri="{FF2B5EF4-FFF2-40B4-BE49-F238E27FC236}">
                <a16:creationId xmlns:a16="http://schemas.microsoft.com/office/drawing/2014/main" id="{085481C9-7778-4E3B-A752-9007B5C851F6}"/>
              </a:ext>
            </a:extLst>
          </p:cNvPr>
          <p:cNvSpPr>
            <a:spLocks noGrp="1"/>
          </p:cNvSpPr>
          <p:nvPr>
            <p:ph type="ftr" sz="quarter" idx="11"/>
          </p:nvPr>
        </p:nvSpPr>
        <p:spPr/>
        <p:txBody>
          <a:bodyPr/>
          <a:lstStyle/>
          <a:p>
            <a:endParaRPr lang="ko-KR" altLang="en-US" dirty="0">
              <a:solidFill>
                <a:prstClr val="black">
                  <a:tint val="75000"/>
                </a:prstClr>
              </a:solidFill>
            </a:endParaRPr>
          </a:p>
        </p:txBody>
      </p:sp>
      <p:sp>
        <p:nvSpPr>
          <p:cNvPr id="7" name="슬라이드 번호 개체 틀 6">
            <a:extLst>
              <a:ext uri="{FF2B5EF4-FFF2-40B4-BE49-F238E27FC236}">
                <a16:creationId xmlns:a16="http://schemas.microsoft.com/office/drawing/2014/main" id="{E0C20EB4-E727-4E37-91E3-2D601E7FF376}"/>
              </a:ext>
            </a:extLst>
          </p:cNvPr>
          <p:cNvSpPr>
            <a:spLocks noGrp="1"/>
          </p:cNvSpPr>
          <p:nvPr>
            <p:ph type="sldNum" sz="quarter" idx="12"/>
          </p:nvPr>
        </p:nvSpPr>
        <p:spPr/>
        <p:txBody>
          <a:bodyPr/>
          <a:lstStyle/>
          <a:p>
            <a:fld id="{92A3BBB8-EBE5-4A2B-AB70-89540E1C96C3}" type="slidenum">
              <a:rPr lang="ko-KR" altLang="en-US" smtClean="0">
                <a:solidFill>
                  <a:prstClr val="black">
                    <a:tint val="75000"/>
                  </a:prstClr>
                </a:solidFill>
              </a:rPr>
              <a:pPr/>
              <a:t>‹#›</a:t>
            </a:fld>
            <a:endParaRPr lang="ko-KR" altLang="en-US" dirty="0">
              <a:solidFill>
                <a:prstClr val="black">
                  <a:tint val="75000"/>
                </a:prstClr>
              </a:solidFill>
            </a:endParaRPr>
          </a:p>
        </p:txBody>
      </p:sp>
    </p:spTree>
    <p:extLst>
      <p:ext uri="{BB962C8B-B14F-4D97-AF65-F5344CB8AC3E}">
        <p14:creationId xmlns:p14="http://schemas.microsoft.com/office/powerpoint/2010/main" val="1502587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50C0D57-3EBF-4D7D-9103-029D562A315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1925C662-F8E6-4896-9E6B-19D16B2099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a:extLst>
              <a:ext uri="{FF2B5EF4-FFF2-40B4-BE49-F238E27FC236}">
                <a16:creationId xmlns:a16="http://schemas.microsoft.com/office/drawing/2014/main" id="{57ED9F6B-4286-432D-A5CB-100E7F7765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BAD39F7-71D8-4D10-B6E7-04E0D95EBDF0}"/>
              </a:ext>
            </a:extLst>
          </p:cNvPr>
          <p:cNvSpPr>
            <a:spLocks noGrp="1"/>
          </p:cNvSpPr>
          <p:nvPr>
            <p:ph type="dt" sz="half" idx="10"/>
          </p:nvPr>
        </p:nvSpPr>
        <p:spPr/>
        <p:txBody>
          <a:bodyPr/>
          <a:lstStyle/>
          <a:p>
            <a:fld id="{476BE8F7-8EF6-4880-9F1A-6D10965A8681}" type="datetimeFigureOut">
              <a:rPr lang="ko-KR" altLang="en-US" smtClean="0">
                <a:solidFill>
                  <a:prstClr val="black">
                    <a:tint val="75000"/>
                  </a:prstClr>
                </a:solidFill>
              </a:rPr>
              <a:pPr/>
              <a:t>2025-09-16</a:t>
            </a:fld>
            <a:endParaRPr lang="ko-KR" altLang="en-US" dirty="0">
              <a:solidFill>
                <a:prstClr val="black">
                  <a:tint val="75000"/>
                </a:prstClr>
              </a:solidFill>
            </a:endParaRPr>
          </a:p>
        </p:txBody>
      </p:sp>
      <p:sp>
        <p:nvSpPr>
          <p:cNvPr id="6" name="바닥글 개체 틀 5">
            <a:extLst>
              <a:ext uri="{FF2B5EF4-FFF2-40B4-BE49-F238E27FC236}">
                <a16:creationId xmlns:a16="http://schemas.microsoft.com/office/drawing/2014/main" id="{043C73A8-E25B-4949-B956-80A5EC260FD8}"/>
              </a:ext>
            </a:extLst>
          </p:cNvPr>
          <p:cNvSpPr>
            <a:spLocks noGrp="1"/>
          </p:cNvSpPr>
          <p:nvPr>
            <p:ph type="ftr" sz="quarter" idx="11"/>
          </p:nvPr>
        </p:nvSpPr>
        <p:spPr/>
        <p:txBody>
          <a:bodyPr/>
          <a:lstStyle/>
          <a:p>
            <a:endParaRPr lang="ko-KR" altLang="en-US" dirty="0">
              <a:solidFill>
                <a:prstClr val="black">
                  <a:tint val="75000"/>
                </a:prstClr>
              </a:solidFill>
            </a:endParaRPr>
          </a:p>
        </p:txBody>
      </p:sp>
      <p:sp>
        <p:nvSpPr>
          <p:cNvPr id="7" name="슬라이드 번호 개체 틀 6">
            <a:extLst>
              <a:ext uri="{FF2B5EF4-FFF2-40B4-BE49-F238E27FC236}">
                <a16:creationId xmlns:a16="http://schemas.microsoft.com/office/drawing/2014/main" id="{777CE8D1-E11F-4E87-B585-E1E5C94635AD}"/>
              </a:ext>
            </a:extLst>
          </p:cNvPr>
          <p:cNvSpPr>
            <a:spLocks noGrp="1"/>
          </p:cNvSpPr>
          <p:nvPr>
            <p:ph type="sldNum" sz="quarter" idx="12"/>
          </p:nvPr>
        </p:nvSpPr>
        <p:spPr/>
        <p:txBody>
          <a:bodyPr/>
          <a:lstStyle/>
          <a:p>
            <a:fld id="{92A3BBB8-EBE5-4A2B-AB70-89540E1C96C3}" type="slidenum">
              <a:rPr lang="ko-KR" altLang="en-US" smtClean="0">
                <a:solidFill>
                  <a:prstClr val="black">
                    <a:tint val="75000"/>
                  </a:prstClr>
                </a:solidFill>
              </a:rPr>
              <a:pPr/>
              <a:t>‹#›</a:t>
            </a:fld>
            <a:endParaRPr lang="ko-KR" altLang="en-US" dirty="0">
              <a:solidFill>
                <a:prstClr val="black">
                  <a:tint val="75000"/>
                </a:prstClr>
              </a:solidFill>
            </a:endParaRPr>
          </a:p>
        </p:txBody>
      </p:sp>
    </p:spTree>
    <p:extLst>
      <p:ext uri="{BB962C8B-B14F-4D97-AF65-F5344CB8AC3E}">
        <p14:creationId xmlns:p14="http://schemas.microsoft.com/office/powerpoint/2010/main" val="2195739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098AADC-F389-4BCD-9E52-49B7E64907E8}"/>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E1A3D60F-143D-47A7-90DD-8D2052D74E44}"/>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98D2913F-34A8-4E19-BE54-298D842C8B47}"/>
              </a:ext>
            </a:extLst>
          </p:cNvPr>
          <p:cNvSpPr>
            <a:spLocks noGrp="1"/>
          </p:cNvSpPr>
          <p:nvPr>
            <p:ph type="dt" sz="half" idx="10"/>
          </p:nvPr>
        </p:nvSpPr>
        <p:spPr/>
        <p:txBody>
          <a:bodyPr/>
          <a:lstStyle/>
          <a:p>
            <a:fld id="{476BE8F7-8EF6-4880-9F1A-6D10965A8681}" type="datetimeFigureOut">
              <a:rPr lang="ko-KR" altLang="en-US" smtClean="0">
                <a:solidFill>
                  <a:prstClr val="black">
                    <a:tint val="75000"/>
                  </a:prstClr>
                </a:solidFill>
              </a:rPr>
              <a:pPr/>
              <a:t>2025-09-16</a:t>
            </a:fld>
            <a:endParaRPr lang="ko-KR" altLang="en-US" dirty="0">
              <a:solidFill>
                <a:prstClr val="black">
                  <a:tint val="75000"/>
                </a:prstClr>
              </a:solidFill>
            </a:endParaRPr>
          </a:p>
        </p:txBody>
      </p:sp>
      <p:sp>
        <p:nvSpPr>
          <p:cNvPr id="5" name="바닥글 개체 틀 4">
            <a:extLst>
              <a:ext uri="{FF2B5EF4-FFF2-40B4-BE49-F238E27FC236}">
                <a16:creationId xmlns:a16="http://schemas.microsoft.com/office/drawing/2014/main" id="{C86ADB15-0821-4678-8A84-0615C961873F}"/>
              </a:ext>
            </a:extLst>
          </p:cNvPr>
          <p:cNvSpPr>
            <a:spLocks noGrp="1"/>
          </p:cNvSpPr>
          <p:nvPr>
            <p:ph type="ftr" sz="quarter" idx="11"/>
          </p:nvPr>
        </p:nvSpPr>
        <p:spPr/>
        <p:txBody>
          <a:bodyPr/>
          <a:lstStyle/>
          <a:p>
            <a:endParaRPr lang="ko-KR" altLang="en-US" dirty="0">
              <a:solidFill>
                <a:prstClr val="black">
                  <a:tint val="75000"/>
                </a:prstClr>
              </a:solidFill>
            </a:endParaRPr>
          </a:p>
        </p:txBody>
      </p:sp>
      <p:sp>
        <p:nvSpPr>
          <p:cNvPr id="6" name="슬라이드 번호 개체 틀 5">
            <a:extLst>
              <a:ext uri="{FF2B5EF4-FFF2-40B4-BE49-F238E27FC236}">
                <a16:creationId xmlns:a16="http://schemas.microsoft.com/office/drawing/2014/main" id="{FE5E1647-A311-42C8-900F-03252A535EA8}"/>
              </a:ext>
            </a:extLst>
          </p:cNvPr>
          <p:cNvSpPr>
            <a:spLocks noGrp="1"/>
          </p:cNvSpPr>
          <p:nvPr>
            <p:ph type="sldNum" sz="quarter" idx="12"/>
          </p:nvPr>
        </p:nvSpPr>
        <p:spPr/>
        <p:txBody>
          <a:bodyPr/>
          <a:lstStyle/>
          <a:p>
            <a:fld id="{92A3BBB8-EBE5-4A2B-AB70-89540E1C96C3}" type="slidenum">
              <a:rPr lang="ko-KR" altLang="en-US" smtClean="0">
                <a:solidFill>
                  <a:prstClr val="black">
                    <a:tint val="75000"/>
                  </a:prstClr>
                </a:solidFill>
              </a:rPr>
              <a:pPr/>
              <a:t>‹#›</a:t>
            </a:fld>
            <a:endParaRPr lang="ko-KR" altLang="en-US" dirty="0">
              <a:solidFill>
                <a:prstClr val="black">
                  <a:tint val="75000"/>
                </a:prstClr>
              </a:solidFill>
            </a:endParaRPr>
          </a:p>
        </p:txBody>
      </p:sp>
    </p:spTree>
    <p:extLst>
      <p:ext uri="{BB962C8B-B14F-4D97-AF65-F5344CB8AC3E}">
        <p14:creationId xmlns:p14="http://schemas.microsoft.com/office/powerpoint/2010/main" val="34248580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742E21EA-AC61-43C5-AA22-71763E0491C3}"/>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7ED08377-D434-4883-933D-05403373BCD6}"/>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B76BEFAE-52A5-4771-A24E-66D37EDBFE49}"/>
              </a:ext>
            </a:extLst>
          </p:cNvPr>
          <p:cNvSpPr>
            <a:spLocks noGrp="1"/>
          </p:cNvSpPr>
          <p:nvPr>
            <p:ph type="dt" sz="half" idx="10"/>
          </p:nvPr>
        </p:nvSpPr>
        <p:spPr/>
        <p:txBody>
          <a:bodyPr/>
          <a:lstStyle/>
          <a:p>
            <a:fld id="{476BE8F7-8EF6-4880-9F1A-6D10965A8681}" type="datetimeFigureOut">
              <a:rPr lang="ko-KR" altLang="en-US" smtClean="0">
                <a:solidFill>
                  <a:prstClr val="black">
                    <a:tint val="75000"/>
                  </a:prstClr>
                </a:solidFill>
              </a:rPr>
              <a:pPr/>
              <a:t>2025-09-16</a:t>
            </a:fld>
            <a:endParaRPr lang="ko-KR" altLang="en-US" dirty="0">
              <a:solidFill>
                <a:prstClr val="black">
                  <a:tint val="75000"/>
                </a:prstClr>
              </a:solidFill>
            </a:endParaRPr>
          </a:p>
        </p:txBody>
      </p:sp>
      <p:sp>
        <p:nvSpPr>
          <p:cNvPr id="5" name="바닥글 개체 틀 4">
            <a:extLst>
              <a:ext uri="{FF2B5EF4-FFF2-40B4-BE49-F238E27FC236}">
                <a16:creationId xmlns:a16="http://schemas.microsoft.com/office/drawing/2014/main" id="{67F5FDAD-E360-45AB-9254-5D5A1437A3E2}"/>
              </a:ext>
            </a:extLst>
          </p:cNvPr>
          <p:cNvSpPr>
            <a:spLocks noGrp="1"/>
          </p:cNvSpPr>
          <p:nvPr>
            <p:ph type="ftr" sz="quarter" idx="11"/>
          </p:nvPr>
        </p:nvSpPr>
        <p:spPr/>
        <p:txBody>
          <a:bodyPr/>
          <a:lstStyle/>
          <a:p>
            <a:endParaRPr lang="ko-KR" altLang="en-US" dirty="0">
              <a:solidFill>
                <a:prstClr val="black">
                  <a:tint val="75000"/>
                </a:prstClr>
              </a:solidFill>
            </a:endParaRPr>
          </a:p>
        </p:txBody>
      </p:sp>
      <p:sp>
        <p:nvSpPr>
          <p:cNvPr id="6" name="슬라이드 번호 개체 틀 5">
            <a:extLst>
              <a:ext uri="{FF2B5EF4-FFF2-40B4-BE49-F238E27FC236}">
                <a16:creationId xmlns:a16="http://schemas.microsoft.com/office/drawing/2014/main" id="{B879758A-1063-49CC-A47B-5A24925A912D}"/>
              </a:ext>
            </a:extLst>
          </p:cNvPr>
          <p:cNvSpPr>
            <a:spLocks noGrp="1"/>
          </p:cNvSpPr>
          <p:nvPr>
            <p:ph type="sldNum" sz="quarter" idx="12"/>
          </p:nvPr>
        </p:nvSpPr>
        <p:spPr/>
        <p:txBody>
          <a:bodyPr/>
          <a:lstStyle/>
          <a:p>
            <a:fld id="{92A3BBB8-EBE5-4A2B-AB70-89540E1C96C3}" type="slidenum">
              <a:rPr lang="ko-KR" altLang="en-US" smtClean="0">
                <a:solidFill>
                  <a:prstClr val="black">
                    <a:tint val="75000"/>
                  </a:prstClr>
                </a:solidFill>
              </a:rPr>
              <a:pPr/>
              <a:t>‹#›</a:t>
            </a:fld>
            <a:endParaRPr lang="ko-KR" altLang="en-US" dirty="0">
              <a:solidFill>
                <a:prstClr val="black">
                  <a:tint val="75000"/>
                </a:prstClr>
              </a:solidFill>
            </a:endParaRPr>
          </a:p>
        </p:txBody>
      </p:sp>
    </p:spTree>
    <p:extLst>
      <p:ext uri="{BB962C8B-B14F-4D97-AF65-F5344CB8AC3E}">
        <p14:creationId xmlns:p14="http://schemas.microsoft.com/office/powerpoint/2010/main" val="3571116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7718C337-9B27-40D3-A9B2-4005EE7EA8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9B69189F-28A1-4057-8CE9-3B76810BF9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5F256D8-7BB6-49E2-954E-EF9E05DBF8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6BE8F7-8EF6-4880-9F1A-6D10965A8681}" type="datetimeFigureOut">
              <a:rPr lang="ko-KR" altLang="en-US" smtClean="0">
                <a:solidFill>
                  <a:prstClr val="black">
                    <a:tint val="75000"/>
                  </a:prstClr>
                </a:solidFill>
              </a:rPr>
              <a:pPr/>
              <a:t>2025-09-16</a:t>
            </a:fld>
            <a:endParaRPr lang="ko-KR" altLang="en-US" dirty="0">
              <a:solidFill>
                <a:prstClr val="black">
                  <a:tint val="75000"/>
                </a:prstClr>
              </a:solidFill>
            </a:endParaRPr>
          </a:p>
        </p:txBody>
      </p:sp>
      <p:sp>
        <p:nvSpPr>
          <p:cNvPr id="5" name="바닥글 개체 틀 4">
            <a:extLst>
              <a:ext uri="{FF2B5EF4-FFF2-40B4-BE49-F238E27FC236}">
                <a16:creationId xmlns:a16="http://schemas.microsoft.com/office/drawing/2014/main" id="{DB38B22D-A8A6-4CDF-89EF-E670765EC8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dirty="0">
              <a:solidFill>
                <a:prstClr val="black">
                  <a:tint val="75000"/>
                </a:prstClr>
              </a:solidFill>
            </a:endParaRPr>
          </a:p>
        </p:txBody>
      </p:sp>
      <p:sp>
        <p:nvSpPr>
          <p:cNvPr id="6" name="슬라이드 번호 개체 틀 5">
            <a:extLst>
              <a:ext uri="{FF2B5EF4-FFF2-40B4-BE49-F238E27FC236}">
                <a16:creationId xmlns:a16="http://schemas.microsoft.com/office/drawing/2014/main" id="{DEBBC4C3-52FC-436A-A3AE-F6A5F52B66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A3BBB8-EBE5-4A2B-AB70-89540E1C96C3}" type="slidenum">
              <a:rPr lang="ko-KR" altLang="en-US" smtClean="0">
                <a:solidFill>
                  <a:prstClr val="black">
                    <a:tint val="75000"/>
                  </a:prstClr>
                </a:solidFill>
              </a:rPr>
              <a:pPr/>
              <a:t>‹#›</a:t>
            </a:fld>
            <a:endParaRPr lang="ko-KR" altLang="en-US" dirty="0">
              <a:solidFill>
                <a:prstClr val="black">
                  <a:tint val="75000"/>
                </a:prstClr>
              </a:solidFill>
            </a:endParaRPr>
          </a:p>
        </p:txBody>
      </p:sp>
    </p:spTree>
    <p:extLst>
      <p:ext uri="{BB962C8B-B14F-4D97-AF65-F5344CB8AC3E}">
        <p14:creationId xmlns:p14="http://schemas.microsoft.com/office/powerpoint/2010/main" val="33030915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F9FB"/>
        </a:solidFill>
        <a:effectLst/>
      </p:bgPr>
    </p:bg>
    <p:spTree>
      <p:nvGrpSpPr>
        <p:cNvPr id="1" name="">
          <a:extLst>
            <a:ext uri="{FF2B5EF4-FFF2-40B4-BE49-F238E27FC236}">
              <a16:creationId xmlns:a16="http://schemas.microsoft.com/office/drawing/2014/main" id="{FAEDFA67-D853-902A-78EE-CB7DB26CD688}"/>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B8061292-E680-FBCE-C478-E54580F4481B}"/>
              </a:ext>
            </a:extLst>
          </p:cNvPr>
          <p:cNvGrpSpPr/>
          <p:nvPr/>
        </p:nvGrpSpPr>
        <p:grpSpPr>
          <a:xfrm>
            <a:off x="2523319" y="276117"/>
            <a:ext cx="7938950" cy="6626205"/>
            <a:chOff x="-219662" y="72172"/>
            <a:chExt cx="8130197" cy="6785828"/>
          </a:xfrm>
        </p:grpSpPr>
        <p:sp>
          <p:nvSpPr>
            <p:cNvPr id="3" name="자유형: 도형 2">
              <a:extLst>
                <a:ext uri="{FF2B5EF4-FFF2-40B4-BE49-F238E27FC236}">
                  <a16:creationId xmlns:a16="http://schemas.microsoft.com/office/drawing/2014/main" id="{3667B7B6-80AA-C613-579A-C2CE89FAD366}"/>
                </a:ext>
              </a:extLst>
            </p:cNvPr>
            <p:cNvSpPr/>
            <p:nvPr/>
          </p:nvSpPr>
          <p:spPr>
            <a:xfrm>
              <a:off x="-219662" y="3305140"/>
              <a:ext cx="4951874" cy="3552860"/>
            </a:xfrm>
            <a:custGeom>
              <a:avLst/>
              <a:gdLst>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951874"/>
                <a:gd name="connsiteY0" fmla="*/ 196474 h 3552860"/>
                <a:gd name="connsiteX1" fmla="*/ 4819426 w 4951874"/>
                <a:gd name="connsiteY1" fmla="*/ 454658 h 3552860"/>
                <a:gd name="connsiteX2" fmla="*/ 0 w 4951874"/>
                <a:gd name="connsiteY2" fmla="*/ 3552860 h 3552860"/>
              </a:gdLst>
              <a:ahLst/>
              <a:cxnLst>
                <a:cxn ang="0">
                  <a:pos x="connsiteX0" y="connsiteY0"/>
                </a:cxn>
                <a:cxn ang="0">
                  <a:pos x="connsiteX1" y="connsiteY1"/>
                </a:cxn>
                <a:cxn ang="0">
                  <a:pos x="connsiteX2" y="connsiteY2"/>
                </a:cxn>
              </a:cxnLst>
              <a:rect l="l" t="t" r="r" b="b"/>
              <a:pathLst>
                <a:path w="4951874" h="3552860">
                  <a:moveTo>
                    <a:pt x="3205779" y="196474"/>
                  </a:moveTo>
                  <a:cubicBezTo>
                    <a:pt x="4161416" y="-93983"/>
                    <a:pt x="5353722" y="-104740"/>
                    <a:pt x="4819426" y="454658"/>
                  </a:cubicBezTo>
                  <a:cubicBezTo>
                    <a:pt x="4285130" y="1014056"/>
                    <a:pt x="2594386" y="2584671"/>
                    <a:pt x="0" y="3552860"/>
                  </a:cubicBezTo>
                </a:path>
              </a:pathLst>
            </a:custGeom>
            <a:noFill/>
            <a:ln w="1270000" cap="rnd">
              <a:gradFill flip="none" rotWithShape="1">
                <a:gsLst>
                  <a:gs pos="20000">
                    <a:srgbClr val="E1F7EA">
                      <a:alpha val="0"/>
                    </a:srgbClr>
                  </a:gs>
                  <a:gs pos="95000">
                    <a:srgbClr val="A9F2C5">
                      <a:alpha val="0"/>
                    </a:srgbClr>
                  </a:gs>
                  <a:gs pos="63000">
                    <a:srgbClr val="8EEEB5"/>
                  </a:gs>
                </a:gsLst>
                <a:lin ang="156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4" name="자유형: 도형 3">
              <a:extLst>
                <a:ext uri="{FF2B5EF4-FFF2-40B4-BE49-F238E27FC236}">
                  <a16:creationId xmlns:a16="http://schemas.microsoft.com/office/drawing/2014/main" id="{5703B860-AB10-684F-D59B-42932A6AFF28}"/>
                </a:ext>
              </a:extLst>
            </p:cNvPr>
            <p:cNvSpPr/>
            <p:nvPr/>
          </p:nvSpPr>
          <p:spPr>
            <a:xfrm flipH="1" flipV="1">
              <a:off x="2958661" y="72172"/>
              <a:ext cx="4951874" cy="3552860"/>
            </a:xfrm>
            <a:custGeom>
              <a:avLst/>
              <a:gdLst>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951874"/>
                <a:gd name="connsiteY0" fmla="*/ 196474 h 3552860"/>
                <a:gd name="connsiteX1" fmla="*/ 4819426 w 4951874"/>
                <a:gd name="connsiteY1" fmla="*/ 454658 h 3552860"/>
                <a:gd name="connsiteX2" fmla="*/ 0 w 4951874"/>
                <a:gd name="connsiteY2" fmla="*/ 3552860 h 3552860"/>
              </a:gdLst>
              <a:ahLst/>
              <a:cxnLst>
                <a:cxn ang="0">
                  <a:pos x="connsiteX0" y="connsiteY0"/>
                </a:cxn>
                <a:cxn ang="0">
                  <a:pos x="connsiteX1" y="connsiteY1"/>
                </a:cxn>
                <a:cxn ang="0">
                  <a:pos x="connsiteX2" y="connsiteY2"/>
                </a:cxn>
              </a:cxnLst>
              <a:rect l="l" t="t" r="r" b="b"/>
              <a:pathLst>
                <a:path w="4951874" h="3552860">
                  <a:moveTo>
                    <a:pt x="3205779" y="196474"/>
                  </a:moveTo>
                  <a:cubicBezTo>
                    <a:pt x="4161416" y="-93983"/>
                    <a:pt x="5353722" y="-104740"/>
                    <a:pt x="4819426" y="454658"/>
                  </a:cubicBezTo>
                  <a:cubicBezTo>
                    <a:pt x="4285130" y="1014056"/>
                    <a:pt x="2594386" y="2584671"/>
                    <a:pt x="0" y="3552860"/>
                  </a:cubicBezTo>
                </a:path>
              </a:pathLst>
            </a:custGeom>
            <a:noFill/>
            <a:ln w="1270000" cap="rnd">
              <a:gradFill flip="none" rotWithShape="1">
                <a:gsLst>
                  <a:gs pos="14000">
                    <a:srgbClr val="E1F7EA">
                      <a:alpha val="39000"/>
                    </a:srgbClr>
                  </a:gs>
                  <a:gs pos="69000">
                    <a:srgbClr val="A9F2C5">
                      <a:alpha val="0"/>
                    </a:srgbClr>
                  </a:gs>
                  <a:gs pos="56000">
                    <a:srgbClr val="8EEEB5">
                      <a:alpha val="36000"/>
                    </a:srgbClr>
                  </a:gs>
                </a:gsLst>
                <a:lin ang="156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15" name="TextBox 14">
            <a:extLst>
              <a:ext uri="{FF2B5EF4-FFF2-40B4-BE49-F238E27FC236}">
                <a16:creationId xmlns:a16="http://schemas.microsoft.com/office/drawing/2014/main" id="{29A6FC79-793F-88BE-628F-99DE8BBA7108}"/>
              </a:ext>
            </a:extLst>
          </p:cNvPr>
          <p:cNvSpPr txBox="1"/>
          <p:nvPr/>
        </p:nvSpPr>
        <p:spPr>
          <a:xfrm>
            <a:off x="1566343" y="3146465"/>
            <a:ext cx="5565769" cy="1128963"/>
          </a:xfrm>
          <a:prstGeom prst="rect">
            <a:avLst/>
          </a:prstGeom>
          <a:noFill/>
        </p:spPr>
        <p:txBody>
          <a:bodyPr wrap="square">
            <a:spAutoFit/>
          </a:bodyPr>
          <a:lstStyle/>
          <a:p>
            <a:pPr marL="0" marR="0" lvl="2" indent="0" algn="r" defTabSz="914400" rtl="0" eaLnBrk="1" fontAlgn="auto" latinLnBrk="1" hangingPunct="1">
              <a:lnSpc>
                <a:spcPct val="150000"/>
              </a:lnSpc>
              <a:spcBef>
                <a:spcPts val="0"/>
              </a:spcBef>
              <a:spcAft>
                <a:spcPts val="0"/>
              </a:spcAft>
              <a:buClrTx/>
              <a:buSzTx/>
              <a:buFontTx/>
              <a:buNone/>
              <a:tabLst/>
              <a:defRPr/>
            </a:pPr>
            <a:r>
              <a:rPr kumimoji="0" lang="en-US" altLang="ko-KR" sz="2400" b="0" i="0" u="none" strike="noStrike" kern="1200" cap="none" spc="0" normalizeH="0" baseline="0" noProof="0" dirty="0" err="1">
                <a:ln>
                  <a:noFill/>
                </a:ln>
                <a:solidFill>
                  <a:srgbClr val="44546A">
                    <a:lumMod val="75000"/>
                  </a:srgbClr>
                </a:solidFill>
                <a:effectLst/>
                <a:uLnTx/>
                <a:uFillTx/>
                <a:latin typeface="맑은 고딕" panose="020F0502020204030204"/>
                <a:ea typeface="맑은 고딕" panose="020B0503020000020004" pitchFamily="50" charset="-127"/>
                <a:cs typeface="+mn-cs"/>
              </a:rPr>
              <a:t>Chapstone</a:t>
            </a:r>
            <a:r>
              <a:rPr kumimoji="0" lang="en-US" altLang="ko-KR" sz="2400" b="0" i="0" u="none" strike="noStrike" kern="1200" cap="none" spc="0" normalizeH="0" baseline="0" noProof="0" dirty="0">
                <a:ln>
                  <a:noFill/>
                </a:ln>
                <a:solidFill>
                  <a:srgbClr val="44546A">
                    <a:lumMod val="75000"/>
                  </a:srgbClr>
                </a:solidFill>
                <a:effectLst/>
                <a:uLnTx/>
                <a:uFillTx/>
                <a:latin typeface="맑은 고딕" panose="020F0502020204030204"/>
                <a:ea typeface="맑은 고딕" panose="020B0503020000020004" pitchFamily="50" charset="-127"/>
                <a:cs typeface="+mn-cs"/>
              </a:rPr>
              <a:t> Design </a:t>
            </a:r>
            <a:r>
              <a:rPr kumimoji="0" lang="ko-KR" altLang="en-US" sz="2400" b="0" i="0" u="none" strike="noStrike" kern="1200" cap="none" spc="0" normalizeH="0" baseline="0" noProof="0" dirty="0">
                <a:ln>
                  <a:noFill/>
                </a:ln>
                <a:solidFill>
                  <a:srgbClr val="44546A">
                    <a:lumMod val="75000"/>
                  </a:srgbClr>
                </a:solidFill>
                <a:effectLst/>
                <a:uLnTx/>
                <a:uFillTx/>
                <a:latin typeface="맑은 고딕" panose="020F0502020204030204"/>
                <a:ea typeface="맑은 고딕" panose="020B0503020000020004" pitchFamily="50" charset="-127"/>
                <a:cs typeface="+mn-cs"/>
              </a:rPr>
              <a:t>프로젝트 </a:t>
            </a:r>
            <a:endParaRPr lang="en-US" altLang="ko-KR" sz="2400" dirty="0">
              <a:solidFill>
                <a:srgbClr val="44546A">
                  <a:lumMod val="75000"/>
                </a:srgbClr>
              </a:solidFill>
              <a:latin typeface="맑은 고딕" panose="020F0502020204030204"/>
              <a:ea typeface="맑은 고딕" panose="020B0503020000020004" pitchFamily="50" charset="-127"/>
            </a:endParaRPr>
          </a:p>
          <a:p>
            <a:pPr marL="0" marR="0" lvl="2" indent="0" algn="r" defTabSz="914400" rtl="0" eaLnBrk="1" fontAlgn="auto" latinLnBrk="1" hangingPunct="1">
              <a:lnSpc>
                <a:spcPct val="150000"/>
              </a:lnSpc>
              <a:spcBef>
                <a:spcPts val="0"/>
              </a:spcBef>
              <a:spcAft>
                <a:spcPts val="0"/>
              </a:spcAft>
              <a:buClrTx/>
              <a:buSzTx/>
              <a:buFontTx/>
              <a:buNone/>
              <a:tabLst/>
              <a:defRPr/>
            </a:pPr>
            <a:r>
              <a:rPr kumimoji="0" lang="ko-KR" altLang="en-US" sz="2400" b="0" i="0" u="none" strike="noStrike" kern="1200" cap="none" spc="0" normalizeH="0" baseline="0" noProof="0" dirty="0">
                <a:ln>
                  <a:noFill/>
                </a:ln>
                <a:solidFill>
                  <a:srgbClr val="44546A">
                    <a:lumMod val="75000"/>
                  </a:srgbClr>
                </a:solidFill>
                <a:effectLst/>
                <a:uLnTx/>
                <a:uFillTx/>
                <a:latin typeface="맑은 고딕" panose="020F0502020204030204"/>
                <a:ea typeface="맑은 고딕" panose="020B0503020000020004" pitchFamily="50" charset="-127"/>
                <a:cs typeface="+mn-cs"/>
              </a:rPr>
              <a:t>초기 계획안 </a:t>
            </a:r>
            <a:endParaRPr kumimoji="0" lang="en-US" altLang="ko-KR" sz="2400" b="0" i="0" u="none" strike="noStrike" kern="1200" cap="none" spc="0" normalizeH="0" baseline="0" noProof="0" dirty="0">
              <a:ln>
                <a:noFill/>
              </a:ln>
              <a:solidFill>
                <a:srgbClr val="44546A">
                  <a:lumMod val="75000"/>
                </a:srgbClr>
              </a:solidFill>
              <a:effectLst/>
              <a:uLnTx/>
              <a:uFillTx/>
              <a:latin typeface="맑은 고딕" panose="020F0502020204030204"/>
              <a:ea typeface="맑은 고딕" panose="020B0503020000020004" pitchFamily="50" charset="-127"/>
              <a:cs typeface="+mn-cs"/>
            </a:endParaRPr>
          </a:p>
        </p:txBody>
      </p:sp>
      <p:sp>
        <p:nvSpPr>
          <p:cNvPr id="5" name="사각형: 둥근 모서리 4">
            <a:extLst>
              <a:ext uri="{FF2B5EF4-FFF2-40B4-BE49-F238E27FC236}">
                <a16:creationId xmlns:a16="http://schemas.microsoft.com/office/drawing/2014/main" id="{AE54DEC2-0749-F45B-D670-E51E145300C5}"/>
              </a:ext>
            </a:extLst>
          </p:cNvPr>
          <p:cNvSpPr/>
          <p:nvPr/>
        </p:nvSpPr>
        <p:spPr>
          <a:xfrm>
            <a:off x="7358710" y="3176667"/>
            <a:ext cx="1990006" cy="461982"/>
          </a:xfrm>
          <a:prstGeom prst="roundRect">
            <a:avLst>
              <a:gd name="adj" fmla="val 50000"/>
            </a:avLst>
          </a:prstGeom>
          <a:solidFill>
            <a:schemeClr val="bg1"/>
          </a:solidFill>
          <a:ln w="9525">
            <a:noFill/>
          </a:ln>
          <a:effectLst>
            <a:outerShdw blurRad="114300" dist="76200" dir="2700000" algn="tl" rotWithShape="0">
              <a:srgbClr val="008375">
                <a:alpha val="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tab pos="2603500" algn="l"/>
              </a:tabLst>
              <a:defRPr/>
            </a:pPr>
            <a:r>
              <a:rPr lang="ko-KR" altLang="en-US" sz="2000" kern="0" dirty="0">
                <a:ln w="9525">
                  <a:noFill/>
                </a:ln>
                <a:solidFill>
                  <a:srgbClr val="008375"/>
                </a:solidFill>
                <a:latin typeface="맑은 고딕" panose="020F0502020204030204"/>
                <a:ea typeface="Tmon몬소리 Black" panose="02000A03000000000000" pitchFamily="2" charset="-127"/>
              </a:rPr>
              <a:t>김기석</a:t>
            </a:r>
            <a:endParaRPr kumimoji="0" lang="ko-KR" altLang="en-US" sz="1600" b="0" i="0" u="none" strike="noStrike" kern="1200" cap="none" spc="0" normalizeH="0" baseline="0" noProof="0" dirty="0">
              <a:ln>
                <a:noFill/>
              </a:ln>
              <a:solidFill>
                <a:srgbClr val="008375"/>
              </a:solidFill>
              <a:effectLst/>
              <a:uLnTx/>
              <a:uFillTx/>
              <a:latin typeface="맑은 고딕" panose="020F0502020204030204"/>
              <a:ea typeface="맑은 고딕" panose="020B0503020000020004" pitchFamily="50" charset="-127"/>
              <a:cs typeface="+mn-cs"/>
            </a:endParaRPr>
          </a:p>
        </p:txBody>
      </p:sp>
    </p:spTree>
    <p:extLst>
      <p:ext uri="{BB962C8B-B14F-4D97-AF65-F5344CB8AC3E}">
        <p14:creationId xmlns:p14="http://schemas.microsoft.com/office/powerpoint/2010/main" val="3930468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FF9FB"/>
        </a:solidFill>
        <a:effectLst/>
      </p:bgPr>
    </p:bg>
    <p:spTree>
      <p:nvGrpSpPr>
        <p:cNvPr id="1" name="">
          <a:extLst>
            <a:ext uri="{FF2B5EF4-FFF2-40B4-BE49-F238E27FC236}">
              <a16:creationId xmlns:a16="http://schemas.microsoft.com/office/drawing/2014/main" id="{AD449E33-778F-31AF-1450-77C3884CB8A2}"/>
            </a:ext>
          </a:extLst>
        </p:cNvPr>
        <p:cNvGrpSpPr/>
        <p:nvPr/>
      </p:nvGrpSpPr>
      <p:grpSpPr>
        <a:xfrm>
          <a:off x="0" y="0"/>
          <a:ext cx="0" cy="0"/>
          <a:chOff x="0" y="0"/>
          <a:chExt cx="0" cy="0"/>
        </a:xfrm>
      </p:grpSpPr>
      <p:sp>
        <p:nvSpPr>
          <p:cNvPr id="9" name="사각형: 둥근 위쪽 모서리 8">
            <a:extLst>
              <a:ext uri="{FF2B5EF4-FFF2-40B4-BE49-F238E27FC236}">
                <a16:creationId xmlns:a16="http://schemas.microsoft.com/office/drawing/2014/main" id="{B872ECC0-5041-7681-4DA0-145933120301}"/>
              </a:ext>
            </a:extLst>
          </p:cNvPr>
          <p:cNvSpPr/>
          <p:nvPr/>
        </p:nvSpPr>
        <p:spPr>
          <a:xfrm rot="5400000">
            <a:off x="-150274" y="149768"/>
            <a:ext cx="1181101" cy="881570"/>
          </a:xfrm>
          <a:custGeom>
            <a:avLst/>
            <a:gdLst>
              <a:gd name="connsiteX0" fmla="*/ 433388 w 866776"/>
              <a:gd name="connsiteY0" fmla="*/ 0 h 881570"/>
              <a:gd name="connsiteX1" fmla="*/ 433388 w 866776"/>
              <a:gd name="connsiteY1" fmla="*/ 0 h 881570"/>
              <a:gd name="connsiteX2" fmla="*/ 866776 w 866776"/>
              <a:gd name="connsiteY2" fmla="*/ 433388 h 881570"/>
              <a:gd name="connsiteX3" fmla="*/ 866776 w 866776"/>
              <a:gd name="connsiteY3" fmla="*/ 881570 h 881570"/>
              <a:gd name="connsiteX4" fmla="*/ 866776 w 866776"/>
              <a:gd name="connsiteY4" fmla="*/ 881570 h 881570"/>
              <a:gd name="connsiteX5" fmla="*/ 0 w 866776"/>
              <a:gd name="connsiteY5" fmla="*/ 881570 h 881570"/>
              <a:gd name="connsiteX6" fmla="*/ 0 w 866776"/>
              <a:gd name="connsiteY6" fmla="*/ 881570 h 881570"/>
              <a:gd name="connsiteX7" fmla="*/ 0 w 866776"/>
              <a:gd name="connsiteY7" fmla="*/ 433388 h 881570"/>
              <a:gd name="connsiteX8" fmla="*/ 433388 w 866776"/>
              <a:gd name="connsiteY8" fmla="*/ 0 h 881570"/>
              <a:gd name="connsiteX0" fmla="*/ 433388 w 1171576"/>
              <a:gd name="connsiteY0" fmla="*/ 0 h 881570"/>
              <a:gd name="connsiteX1" fmla="*/ 433388 w 1171576"/>
              <a:gd name="connsiteY1" fmla="*/ 0 h 881570"/>
              <a:gd name="connsiteX2" fmla="*/ 866776 w 1171576"/>
              <a:gd name="connsiteY2" fmla="*/ 433388 h 881570"/>
              <a:gd name="connsiteX3" fmla="*/ 866776 w 1171576"/>
              <a:gd name="connsiteY3" fmla="*/ 881570 h 881570"/>
              <a:gd name="connsiteX4" fmla="*/ 1171576 w 1171576"/>
              <a:gd name="connsiteY4" fmla="*/ 881570 h 881570"/>
              <a:gd name="connsiteX5" fmla="*/ 0 w 1171576"/>
              <a:gd name="connsiteY5" fmla="*/ 881570 h 881570"/>
              <a:gd name="connsiteX6" fmla="*/ 0 w 1171576"/>
              <a:gd name="connsiteY6" fmla="*/ 881570 h 881570"/>
              <a:gd name="connsiteX7" fmla="*/ 0 w 1171576"/>
              <a:gd name="connsiteY7" fmla="*/ 433388 h 881570"/>
              <a:gd name="connsiteX8" fmla="*/ 433388 w 1171576"/>
              <a:gd name="connsiteY8" fmla="*/ 0 h 881570"/>
              <a:gd name="connsiteX0" fmla="*/ 433388 w 1181101"/>
              <a:gd name="connsiteY0" fmla="*/ 0 h 881570"/>
              <a:gd name="connsiteX1" fmla="*/ 433388 w 1181101"/>
              <a:gd name="connsiteY1" fmla="*/ 0 h 881570"/>
              <a:gd name="connsiteX2" fmla="*/ 866776 w 1181101"/>
              <a:gd name="connsiteY2" fmla="*/ 433388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866776 w 1181101"/>
              <a:gd name="connsiteY2" fmla="*/ 433388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900117 w 1181101"/>
              <a:gd name="connsiteY2" fmla="*/ 438151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900117 w 1181101"/>
              <a:gd name="connsiteY2" fmla="*/ 438151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1101" h="881570">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75250">
                <a:srgbClr val="9CF0BD">
                  <a:alpha val="30000"/>
                </a:srgbClr>
              </a:gs>
              <a:gs pos="16000">
                <a:srgbClr val="98F0BB">
                  <a:alpha val="30000"/>
                </a:srgbClr>
              </a:gs>
              <a:gs pos="0">
                <a:srgbClr val="A9F2C5">
                  <a:alpha val="0"/>
                </a:srgbClr>
              </a:gs>
              <a:gs pos="100000">
                <a:srgbClr val="A9F2C5">
                  <a:alpha val="0"/>
                </a:srgbClr>
              </a:gs>
              <a:gs pos="36000">
                <a:srgbClr val="8EEEB5"/>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nvGrpSpPr>
          <p:cNvPr id="2" name="그룹 1">
            <a:extLst>
              <a:ext uri="{FF2B5EF4-FFF2-40B4-BE49-F238E27FC236}">
                <a16:creationId xmlns:a16="http://schemas.microsoft.com/office/drawing/2014/main" id="{4E5D419C-E01A-E107-79D1-1E37E4B93DCF}"/>
              </a:ext>
            </a:extLst>
          </p:cNvPr>
          <p:cNvGrpSpPr/>
          <p:nvPr/>
        </p:nvGrpSpPr>
        <p:grpSpPr>
          <a:xfrm>
            <a:off x="9748971" y="4814962"/>
            <a:ext cx="2797762" cy="2335138"/>
            <a:chOff x="-219662" y="72172"/>
            <a:chExt cx="8130197" cy="6785828"/>
          </a:xfrm>
        </p:grpSpPr>
        <p:sp>
          <p:nvSpPr>
            <p:cNvPr id="7" name="자유형: 도형 6">
              <a:extLst>
                <a:ext uri="{FF2B5EF4-FFF2-40B4-BE49-F238E27FC236}">
                  <a16:creationId xmlns:a16="http://schemas.microsoft.com/office/drawing/2014/main" id="{EB806F07-76F8-A4A5-24F0-1ECA993176A3}"/>
                </a:ext>
              </a:extLst>
            </p:cNvPr>
            <p:cNvSpPr/>
            <p:nvPr/>
          </p:nvSpPr>
          <p:spPr>
            <a:xfrm>
              <a:off x="-219662" y="3305139"/>
              <a:ext cx="4951874" cy="3552861"/>
            </a:xfrm>
            <a:custGeom>
              <a:avLst/>
              <a:gdLst>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951874"/>
                <a:gd name="connsiteY0" fmla="*/ 196474 h 3552860"/>
                <a:gd name="connsiteX1" fmla="*/ 4819426 w 4951874"/>
                <a:gd name="connsiteY1" fmla="*/ 454658 h 3552860"/>
                <a:gd name="connsiteX2" fmla="*/ 0 w 4951874"/>
                <a:gd name="connsiteY2" fmla="*/ 3552860 h 3552860"/>
              </a:gdLst>
              <a:ahLst/>
              <a:cxnLst>
                <a:cxn ang="0">
                  <a:pos x="connsiteX0" y="connsiteY0"/>
                </a:cxn>
                <a:cxn ang="0">
                  <a:pos x="connsiteX1" y="connsiteY1"/>
                </a:cxn>
                <a:cxn ang="0">
                  <a:pos x="connsiteX2" y="connsiteY2"/>
                </a:cxn>
              </a:cxnLst>
              <a:rect l="l" t="t" r="r" b="b"/>
              <a:pathLst>
                <a:path w="4951874" h="3552860">
                  <a:moveTo>
                    <a:pt x="3205779" y="196474"/>
                  </a:moveTo>
                  <a:cubicBezTo>
                    <a:pt x="4161416" y="-93983"/>
                    <a:pt x="5353722" y="-104740"/>
                    <a:pt x="4819426" y="454658"/>
                  </a:cubicBezTo>
                  <a:cubicBezTo>
                    <a:pt x="4285130" y="1014056"/>
                    <a:pt x="2594386" y="2584671"/>
                    <a:pt x="0" y="3552860"/>
                  </a:cubicBezTo>
                </a:path>
              </a:pathLst>
            </a:custGeom>
            <a:noFill/>
            <a:ln w="596900" cap="rnd">
              <a:gradFill flip="none" rotWithShape="1">
                <a:gsLst>
                  <a:gs pos="20000">
                    <a:srgbClr val="E1F7EA">
                      <a:alpha val="0"/>
                    </a:srgbClr>
                  </a:gs>
                  <a:gs pos="95000">
                    <a:srgbClr val="A9F2C5">
                      <a:alpha val="0"/>
                    </a:srgbClr>
                  </a:gs>
                  <a:gs pos="63000">
                    <a:srgbClr val="8EEEB5"/>
                  </a:gs>
                </a:gsLst>
                <a:lin ang="156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1" name="자유형: 도형 10">
              <a:extLst>
                <a:ext uri="{FF2B5EF4-FFF2-40B4-BE49-F238E27FC236}">
                  <a16:creationId xmlns:a16="http://schemas.microsoft.com/office/drawing/2014/main" id="{1782C3E2-0304-6EA9-37D2-F9E6BEAB83E4}"/>
                </a:ext>
              </a:extLst>
            </p:cNvPr>
            <p:cNvSpPr/>
            <p:nvPr/>
          </p:nvSpPr>
          <p:spPr>
            <a:xfrm flipH="1" flipV="1">
              <a:off x="2958661" y="72172"/>
              <a:ext cx="4951874" cy="3552861"/>
            </a:xfrm>
            <a:custGeom>
              <a:avLst/>
              <a:gdLst>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951874"/>
                <a:gd name="connsiteY0" fmla="*/ 196474 h 3552860"/>
                <a:gd name="connsiteX1" fmla="*/ 4819426 w 4951874"/>
                <a:gd name="connsiteY1" fmla="*/ 454658 h 3552860"/>
                <a:gd name="connsiteX2" fmla="*/ 0 w 4951874"/>
                <a:gd name="connsiteY2" fmla="*/ 3552860 h 3552860"/>
              </a:gdLst>
              <a:ahLst/>
              <a:cxnLst>
                <a:cxn ang="0">
                  <a:pos x="connsiteX0" y="connsiteY0"/>
                </a:cxn>
                <a:cxn ang="0">
                  <a:pos x="connsiteX1" y="connsiteY1"/>
                </a:cxn>
                <a:cxn ang="0">
                  <a:pos x="connsiteX2" y="connsiteY2"/>
                </a:cxn>
              </a:cxnLst>
              <a:rect l="l" t="t" r="r" b="b"/>
              <a:pathLst>
                <a:path w="4951874" h="3552860">
                  <a:moveTo>
                    <a:pt x="3205779" y="196474"/>
                  </a:moveTo>
                  <a:cubicBezTo>
                    <a:pt x="4161416" y="-93983"/>
                    <a:pt x="5353722" y="-104740"/>
                    <a:pt x="4819426" y="454658"/>
                  </a:cubicBezTo>
                  <a:cubicBezTo>
                    <a:pt x="4285130" y="1014056"/>
                    <a:pt x="2594386" y="2584671"/>
                    <a:pt x="0" y="3552860"/>
                  </a:cubicBezTo>
                </a:path>
              </a:pathLst>
            </a:custGeom>
            <a:noFill/>
            <a:ln w="596900" cap="rnd">
              <a:gradFill flip="none" rotWithShape="1">
                <a:gsLst>
                  <a:gs pos="14000">
                    <a:srgbClr val="E1F7EA">
                      <a:alpha val="39000"/>
                    </a:srgbClr>
                  </a:gs>
                  <a:gs pos="69000">
                    <a:srgbClr val="A9F2C5">
                      <a:alpha val="0"/>
                    </a:srgbClr>
                  </a:gs>
                  <a:gs pos="56000">
                    <a:srgbClr val="8EEEB5">
                      <a:alpha val="36000"/>
                    </a:srgbClr>
                  </a:gs>
                </a:gsLst>
                <a:lin ang="156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14" name="TextBox 13">
            <a:extLst>
              <a:ext uri="{FF2B5EF4-FFF2-40B4-BE49-F238E27FC236}">
                <a16:creationId xmlns:a16="http://schemas.microsoft.com/office/drawing/2014/main" id="{F479E441-2B15-530E-5A7D-9E7232C03B9D}"/>
              </a:ext>
            </a:extLst>
          </p:cNvPr>
          <p:cNvSpPr txBox="1"/>
          <p:nvPr/>
        </p:nvSpPr>
        <p:spPr>
          <a:xfrm>
            <a:off x="11694714" y="6277185"/>
            <a:ext cx="278130" cy="523220"/>
          </a:xfrm>
          <a:prstGeom prst="rect">
            <a:avLst/>
          </a:prstGeom>
          <a:noFill/>
          <a:scene3d>
            <a:camera prst="obliqueTopRight"/>
            <a:lightRig rig="soft" dir="t"/>
          </a:scene3d>
          <a:sp3d>
            <a:bevelT/>
          </a:sp3d>
        </p:spPr>
        <p:txBody>
          <a:bodyPr wrap="square" rtlCol="0">
            <a:spAutoFit/>
            <a:sp3d extrusionH="82550" prstMaterial="matte">
              <a:extrusionClr>
                <a:srgbClr val="8EEEB5"/>
              </a:extrusionClr>
            </a:sp3d>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2800" b="0" i="0" u="none" strike="noStrike" kern="1200" cap="none" spc="0" normalizeH="0" baseline="0" noProof="0" dirty="0">
                <a:ln>
                  <a:noFill/>
                </a:ln>
                <a:solidFill>
                  <a:srgbClr val="8EEEB5"/>
                </a:solidFill>
                <a:effectLst>
                  <a:outerShdw blurRad="215900" dist="200025" dir="15000000" sy="30000" kx="-1800000" algn="bl" rotWithShape="0">
                    <a:srgbClr val="8EEEB5">
                      <a:alpha val="87000"/>
                    </a:srgbClr>
                  </a:outerShdw>
                </a:effectLst>
                <a:uLnTx/>
                <a:uFillTx/>
                <a:latin typeface="Tmon몬소리 Black" panose="02000A03000000000000" pitchFamily="2" charset="-127"/>
                <a:ea typeface="Tmon몬소리 Black" panose="02000A03000000000000" pitchFamily="2" charset="-127"/>
                <a:cs typeface="+mn-cs"/>
              </a:rPr>
              <a:t>1</a:t>
            </a:r>
            <a:endParaRPr kumimoji="0" lang="ko-KR" altLang="en-US" sz="2800" b="0" i="0" u="none" strike="noStrike" kern="1200" cap="none" spc="0" normalizeH="0" baseline="0" noProof="0" dirty="0">
              <a:ln>
                <a:noFill/>
              </a:ln>
              <a:solidFill>
                <a:srgbClr val="8EEEB5"/>
              </a:solidFill>
              <a:effectLst>
                <a:outerShdw blurRad="215900" dist="200025" dir="15000000" sy="30000" kx="-1800000" algn="bl" rotWithShape="0">
                  <a:srgbClr val="8EEEB5">
                    <a:alpha val="87000"/>
                  </a:srgbClr>
                </a:outerShdw>
              </a:effectLst>
              <a:uLnTx/>
              <a:uFillTx/>
              <a:latin typeface="Tmon몬소리 Black" panose="02000A03000000000000" pitchFamily="2" charset="-127"/>
              <a:ea typeface="Tmon몬소리 Black" panose="02000A03000000000000" pitchFamily="2" charset="-127"/>
              <a:cs typeface="+mn-cs"/>
            </a:endParaRPr>
          </a:p>
        </p:txBody>
      </p:sp>
      <p:sp>
        <p:nvSpPr>
          <p:cNvPr id="3" name="사각형: 둥근 모서리 2">
            <a:extLst>
              <a:ext uri="{FF2B5EF4-FFF2-40B4-BE49-F238E27FC236}">
                <a16:creationId xmlns:a16="http://schemas.microsoft.com/office/drawing/2014/main" id="{4287BBCB-9928-55C0-C831-DF2FD983244D}"/>
              </a:ext>
            </a:extLst>
          </p:cNvPr>
          <p:cNvSpPr/>
          <p:nvPr/>
        </p:nvSpPr>
        <p:spPr>
          <a:xfrm>
            <a:off x="209548" y="195355"/>
            <a:ext cx="11707655" cy="461982"/>
          </a:xfrm>
          <a:prstGeom prst="roundRect">
            <a:avLst>
              <a:gd name="adj" fmla="val 18062"/>
            </a:avLst>
          </a:prstGeom>
          <a:solidFill>
            <a:schemeClr val="bg1"/>
          </a:solidFill>
          <a:ln w="9525">
            <a:noFill/>
          </a:ln>
          <a:effectLst>
            <a:outerShdw blurRad="114300" dist="76200" dir="2700000" algn="tl" rotWithShape="0">
              <a:srgbClr val="008375">
                <a:alpha val="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0975" marR="0" lvl="0" indent="0" algn="l" defTabSz="914400" rtl="0" eaLnBrk="1" fontAlgn="auto" latinLnBrk="0" hangingPunct="1">
              <a:lnSpc>
                <a:spcPct val="100000"/>
              </a:lnSpc>
              <a:spcBef>
                <a:spcPts val="0"/>
              </a:spcBef>
              <a:spcAft>
                <a:spcPts val="0"/>
              </a:spcAft>
              <a:buClrTx/>
              <a:buSzTx/>
              <a:buFontTx/>
              <a:buNone/>
              <a:tabLst>
                <a:tab pos="2603500" algn="l"/>
              </a:tabLst>
              <a:defRPr/>
            </a:pPr>
            <a:r>
              <a:rPr lang="ko-KR" altLang="en-US" sz="1600" b="1" dirty="0">
                <a:solidFill>
                  <a:srgbClr val="008375"/>
                </a:solidFill>
                <a:latin typeface="맑은 고딕" panose="020F0502020204030204"/>
                <a:ea typeface="맑은 고딕" panose="020B0503020000020004" pitchFamily="50" charset="-127"/>
              </a:rPr>
              <a:t>목차</a:t>
            </a:r>
            <a:endParaRPr kumimoji="0" lang="ko-KR" altLang="en-US" sz="1600" b="1" u="none" strike="noStrike" kern="1200" cap="none" spc="0" normalizeH="0" baseline="0" noProof="0" dirty="0">
              <a:ln>
                <a:noFill/>
              </a:ln>
              <a:solidFill>
                <a:srgbClr val="008375"/>
              </a:solidFill>
              <a:effectLst/>
              <a:uLnTx/>
              <a:uFillTx/>
              <a:latin typeface="맑은 고딕" panose="020F0502020204030204"/>
              <a:ea typeface="맑은 고딕" panose="020B0503020000020004" pitchFamily="50" charset="-127"/>
              <a:cs typeface="+mn-cs"/>
            </a:endParaRPr>
          </a:p>
        </p:txBody>
      </p:sp>
      <p:sp>
        <p:nvSpPr>
          <p:cNvPr id="4" name="원호 3">
            <a:extLst>
              <a:ext uri="{FF2B5EF4-FFF2-40B4-BE49-F238E27FC236}">
                <a16:creationId xmlns:a16="http://schemas.microsoft.com/office/drawing/2014/main" id="{E53050C1-2CD8-21DC-B251-A14892B72997}"/>
              </a:ext>
            </a:extLst>
          </p:cNvPr>
          <p:cNvSpPr/>
          <p:nvPr/>
        </p:nvSpPr>
        <p:spPr>
          <a:xfrm>
            <a:off x="1602747" y="2183051"/>
            <a:ext cx="2123616" cy="2123616"/>
          </a:xfrm>
          <a:prstGeom prst="arc">
            <a:avLst>
              <a:gd name="adj1" fmla="val 8646718"/>
              <a:gd name="adj2" fmla="val 2150047"/>
            </a:avLst>
          </a:prstGeom>
          <a:ln w="279400">
            <a:solidFill>
              <a:srgbClr val="A9F2C5">
                <a:alpha val="25000"/>
              </a:srgb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5" name="직사각형 4">
            <a:extLst>
              <a:ext uri="{FF2B5EF4-FFF2-40B4-BE49-F238E27FC236}">
                <a16:creationId xmlns:a16="http://schemas.microsoft.com/office/drawing/2014/main" id="{AB42DB2B-2476-B313-C843-D119AE74F19E}"/>
              </a:ext>
            </a:extLst>
          </p:cNvPr>
          <p:cNvSpPr/>
          <p:nvPr/>
        </p:nvSpPr>
        <p:spPr>
          <a:xfrm>
            <a:off x="1234468" y="4560517"/>
            <a:ext cx="2860173" cy="414024"/>
          </a:xfrm>
          <a:prstGeom prst="rect">
            <a:avLst/>
          </a:prstGeom>
        </p:spPr>
        <p:txBody>
          <a:bodyPr wrap="square">
            <a:spAutoFit/>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1600" b="1" i="0" u="none" strike="noStrike" kern="1200" cap="none" spc="0" normalizeH="0" baseline="0" noProof="0" dirty="0">
                <a:ln>
                  <a:noFill/>
                </a:ln>
                <a:solidFill>
                  <a:prstClr val="black">
                    <a:lumMod val="65000"/>
                    <a:lumOff val="35000"/>
                  </a:prstClr>
                </a:solidFill>
                <a:effectLst/>
                <a:uLnTx/>
                <a:uFillTx/>
                <a:latin typeface="맑은 고딕" panose="020F0502020204030204"/>
                <a:ea typeface="맑은 고딕" panose="020B0503020000020004" pitchFamily="50" charset="-127"/>
                <a:cs typeface="+mn-cs"/>
              </a:rPr>
              <a:t>키워드 </a:t>
            </a:r>
            <a:r>
              <a:rPr kumimoji="0" lang="en-US" altLang="ko-KR" sz="1600" b="1" i="0" u="none" strike="noStrike" kern="1200" cap="none" spc="0" normalizeH="0" baseline="0" noProof="0" dirty="0">
                <a:ln>
                  <a:noFill/>
                </a:ln>
                <a:solidFill>
                  <a:prstClr val="black">
                    <a:lumMod val="65000"/>
                    <a:lumOff val="35000"/>
                  </a:prstClr>
                </a:solidFill>
                <a:effectLst/>
                <a:uLnTx/>
                <a:uFillTx/>
                <a:latin typeface="맑은 고딕" panose="020F0502020204030204"/>
                <a:ea typeface="맑은 고딕" panose="020B0503020000020004" pitchFamily="50" charset="-127"/>
                <a:cs typeface="+mn-cs"/>
              </a:rPr>
              <a:t>3</a:t>
            </a:r>
            <a:r>
              <a:rPr kumimoji="0" lang="ko-KR" altLang="en-US" sz="1600" b="1" i="0" u="none" strike="noStrike" kern="1200" cap="none" spc="0" normalizeH="0" baseline="0" noProof="0" dirty="0">
                <a:ln>
                  <a:noFill/>
                </a:ln>
                <a:solidFill>
                  <a:prstClr val="black">
                    <a:lumMod val="65000"/>
                    <a:lumOff val="35000"/>
                  </a:prstClr>
                </a:solidFill>
                <a:effectLst/>
                <a:uLnTx/>
                <a:uFillTx/>
                <a:latin typeface="맑은 고딕" panose="020F0502020204030204"/>
                <a:ea typeface="맑은 고딕" panose="020B0503020000020004" pitchFamily="50" charset="-127"/>
                <a:cs typeface="+mn-cs"/>
              </a:rPr>
              <a:t>개 뽑기</a:t>
            </a:r>
          </a:p>
        </p:txBody>
      </p:sp>
      <p:sp>
        <p:nvSpPr>
          <p:cNvPr id="6" name="원호 5">
            <a:extLst>
              <a:ext uri="{FF2B5EF4-FFF2-40B4-BE49-F238E27FC236}">
                <a16:creationId xmlns:a16="http://schemas.microsoft.com/office/drawing/2014/main" id="{2E510BA1-0BA8-C655-7777-0DA47D83ACE4}"/>
              </a:ext>
            </a:extLst>
          </p:cNvPr>
          <p:cNvSpPr/>
          <p:nvPr/>
        </p:nvSpPr>
        <p:spPr>
          <a:xfrm>
            <a:off x="1453729" y="2034033"/>
            <a:ext cx="2421652" cy="2421652"/>
          </a:xfrm>
          <a:prstGeom prst="arc">
            <a:avLst>
              <a:gd name="adj1" fmla="val 8646718"/>
              <a:gd name="adj2" fmla="val 19370564"/>
            </a:avLst>
          </a:prstGeom>
          <a:ln w="31750">
            <a:solidFill>
              <a:srgbClr val="008375"/>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8" name="타원 7">
            <a:extLst>
              <a:ext uri="{FF2B5EF4-FFF2-40B4-BE49-F238E27FC236}">
                <a16:creationId xmlns:a16="http://schemas.microsoft.com/office/drawing/2014/main" id="{3A50C81B-0069-F278-D738-684A1FD50B12}"/>
              </a:ext>
            </a:extLst>
          </p:cNvPr>
          <p:cNvSpPr/>
          <p:nvPr/>
        </p:nvSpPr>
        <p:spPr>
          <a:xfrm>
            <a:off x="3578472" y="2458466"/>
            <a:ext cx="95642" cy="95642"/>
          </a:xfrm>
          <a:prstGeom prst="ellipse">
            <a:avLst/>
          </a:prstGeom>
          <a:solidFill>
            <a:schemeClr val="bg1"/>
          </a:solidFill>
          <a:ln w="31750">
            <a:solidFill>
              <a:srgbClr val="0083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0" name="이등변 삼각형 9">
            <a:extLst>
              <a:ext uri="{FF2B5EF4-FFF2-40B4-BE49-F238E27FC236}">
                <a16:creationId xmlns:a16="http://schemas.microsoft.com/office/drawing/2014/main" id="{A4B2AE0D-F447-F114-0ABA-522F540A5B8F}"/>
              </a:ext>
            </a:extLst>
          </p:cNvPr>
          <p:cNvSpPr/>
          <p:nvPr/>
        </p:nvSpPr>
        <p:spPr>
          <a:xfrm rot="3022874">
            <a:off x="3314528" y="2577754"/>
            <a:ext cx="253736" cy="218738"/>
          </a:xfrm>
          <a:prstGeom prst="triangle">
            <a:avLst/>
          </a:prstGeom>
          <a:solidFill>
            <a:srgbClr val="0083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2" name="타원 11">
            <a:extLst>
              <a:ext uri="{FF2B5EF4-FFF2-40B4-BE49-F238E27FC236}">
                <a16:creationId xmlns:a16="http://schemas.microsoft.com/office/drawing/2014/main" id="{0DAC7B0A-96E7-AB7F-80B3-E558DCB1FEC8}"/>
              </a:ext>
            </a:extLst>
          </p:cNvPr>
          <p:cNvSpPr/>
          <p:nvPr/>
        </p:nvSpPr>
        <p:spPr>
          <a:xfrm>
            <a:off x="1760847" y="2341151"/>
            <a:ext cx="1807416" cy="1807416"/>
          </a:xfrm>
          <a:prstGeom prst="ellipse">
            <a:avLst/>
          </a:prstGeom>
          <a:solidFill>
            <a:schemeClr val="bg1"/>
          </a:solidFill>
          <a:ln w="279400">
            <a:noFill/>
          </a:ln>
          <a:effectLst>
            <a:outerShdw blurRad="279400" sx="102000" sy="102000" algn="ctr" rotWithShape="0">
              <a:prstClr val="black">
                <a:alpha val="8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2000" dirty="0">
                <a:solidFill>
                  <a:prstClr val="black">
                    <a:lumMod val="75000"/>
                    <a:lumOff val="25000"/>
                  </a:prstClr>
                </a:solidFill>
                <a:latin typeface="맑은 고딕" panose="020F0502020204030204"/>
                <a:ea typeface="맑은 고딕" panose="020B0503020000020004" pitchFamily="50" charset="-127"/>
              </a:rPr>
              <a:t>아이디어 발상 </a:t>
            </a:r>
            <a:endParaRPr kumimoji="0" lang="ko-KR" altLang="en-US" sz="2000" b="0" i="0" u="none" strike="noStrike" kern="1200" cap="none" spc="0" normalizeH="0" baseline="0" noProof="0" dirty="0">
              <a:ln>
                <a:noFill/>
              </a:ln>
              <a:solidFill>
                <a:prstClr val="black">
                  <a:lumMod val="75000"/>
                  <a:lumOff val="25000"/>
                </a:prstClr>
              </a:solidFill>
              <a:effectLst/>
              <a:uLnTx/>
              <a:uFillTx/>
              <a:latin typeface="맑은 고딕" panose="020F0502020204030204"/>
              <a:ea typeface="맑은 고딕" panose="020B0503020000020004" pitchFamily="50" charset="-127"/>
              <a:cs typeface="+mn-cs"/>
            </a:endParaRPr>
          </a:p>
        </p:txBody>
      </p:sp>
      <p:sp>
        <p:nvSpPr>
          <p:cNvPr id="13" name="원호 12">
            <a:extLst>
              <a:ext uri="{FF2B5EF4-FFF2-40B4-BE49-F238E27FC236}">
                <a16:creationId xmlns:a16="http://schemas.microsoft.com/office/drawing/2014/main" id="{01846513-B382-897A-9FA8-FBEEDFB4042E}"/>
              </a:ext>
            </a:extLst>
          </p:cNvPr>
          <p:cNvSpPr/>
          <p:nvPr/>
        </p:nvSpPr>
        <p:spPr>
          <a:xfrm>
            <a:off x="5034192" y="2183051"/>
            <a:ext cx="2123616" cy="2123616"/>
          </a:xfrm>
          <a:prstGeom prst="arc">
            <a:avLst>
              <a:gd name="adj1" fmla="val 8646718"/>
              <a:gd name="adj2" fmla="val 2150047"/>
            </a:avLst>
          </a:prstGeom>
          <a:ln w="279400">
            <a:solidFill>
              <a:srgbClr val="A9F2C5">
                <a:alpha val="25000"/>
              </a:srgb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15" name="직사각형 14">
            <a:extLst>
              <a:ext uri="{FF2B5EF4-FFF2-40B4-BE49-F238E27FC236}">
                <a16:creationId xmlns:a16="http://schemas.microsoft.com/office/drawing/2014/main" id="{656F47F8-EF87-BD50-AE53-7304A52FCB6A}"/>
              </a:ext>
            </a:extLst>
          </p:cNvPr>
          <p:cNvSpPr/>
          <p:nvPr/>
        </p:nvSpPr>
        <p:spPr>
          <a:xfrm>
            <a:off x="4665913" y="4560517"/>
            <a:ext cx="2860173" cy="1152688"/>
          </a:xfrm>
          <a:prstGeom prst="rect">
            <a:avLst/>
          </a:prstGeom>
        </p:spPr>
        <p:txBody>
          <a:bodyPr wrap="square">
            <a:spAutoFit/>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1600" b="1" i="0" u="none" strike="noStrike" kern="1200" cap="none" spc="0" normalizeH="0" baseline="0" noProof="0" dirty="0">
                <a:ln>
                  <a:noFill/>
                </a:ln>
                <a:solidFill>
                  <a:prstClr val="black">
                    <a:lumMod val="65000"/>
                    <a:lumOff val="35000"/>
                  </a:prstClr>
                </a:solidFill>
                <a:effectLst/>
                <a:uLnTx/>
                <a:uFillTx/>
                <a:latin typeface="맑은 고딕" panose="020F0502020204030204"/>
                <a:ea typeface="맑은 고딕" panose="020B0503020000020004" pitchFamily="50" charset="-127"/>
                <a:cs typeface="+mn-cs"/>
              </a:rPr>
              <a:t>게임을 한 줄로 소개하기</a:t>
            </a:r>
            <a:endParaRPr kumimoji="0" lang="en-US" altLang="ko-KR" sz="1600" b="1" i="0" u="none" strike="noStrike" kern="1200" cap="none" spc="0" normalizeH="0" baseline="0" noProof="0" dirty="0">
              <a:ln>
                <a:noFill/>
              </a:ln>
              <a:solidFill>
                <a:prstClr val="black">
                  <a:lumMod val="65000"/>
                  <a:lumOff val="35000"/>
                </a:prstClr>
              </a:solidFill>
              <a:effectLst/>
              <a:uLnTx/>
              <a:uFillTx/>
              <a:latin typeface="맑은 고딕" panose="020F0502020204030204"/>
              <a:ea typeface="맑은 고딕" panose="020B0503020000020004" pitchFamily="50" charset="-127"/>
              <a:cs typeface="+mn-cs"/>
            </a:endParaRPr>
          </a:p>
          <a:p>
            <a:pPr marL="0" marR="0" lvl="0" indent="0" algn="ctr" defTabSz="914400" rtl="0" eaLnBrk="1" fontAlgn="auto" latinLnBrk="1" hangingPunct="1">
              <a:lnSpc>
                <a:spcPct val="150000"/>
              </a:lnSpc>
              <a:spcBef>
                <a:spcPts val="0"/>
              </a:spcBef>
              <a:spcAft>
                <a:spcPts val="0"/>
              </a:spcAft>
              <a:buClrTx/>
              <a:buSzTx/>
              <a:buFontTx/>
              <a:buNone/>
              <a:tabLst/>
              <a:defRPr/>
            </a:pPr>
            <a:r>
              <a:rPr lang="ko-KR" altLang="en-US" sz="1600" b="1" dirty="0">
                <a:solidFill>
                  <a:prstClr val="black">
                    <a:lumMod val="65000"/>
                    <a:lumOff val="35000"/>
                  </a:prstClr>
                </a:solidFill>
                <a:latin typeface="맑은 고딕" panose="020F0502020204030204"/>
                <a:ea typeface="맑은 고딕" panose="020B0503020000020004" pitchFamily="50" charset="-127"/>
              </a:rPr>
              <a:t>핵심 경험 정의</a:t>
            </a:r>
            <a:endParaRPr lang="en-US" altLang="ko-KR" sz="1600" b="1" dirty="0">
              <a:solidFill>
                <a:prstClr val="black">
                  <a:lumMod val="65000"/>
                  <a:lumOff val="35000"/>
                </a:prstClr>
              </a:solidFill>
              <a:latin typeface="맑은 고딕" panose="020F0502020204030204"/>
              <a:ea typeface="맑은 고딕" panose="020B0503020000020004" pitchFamily="50" charset="-127"/>
            </a:endParaRPr>
          </a:p>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1600" b="1" i="0" u="none" strike="noStrike" kern="1200" cap="none" spc="0" normalizeH="0" baseline="0" noProof="0" dirty="0">
                <a:ln>
                  <a:noFill/>
                </a:ln>
                <a:solidFill>
                  <a:prstClr val="black">
                    <a:lumMod val="65000"/>
                    <a:lumOff val="35000"/>
                  </a:prstClr>
                </a:solidFill>
                <a:effectLst/>
                <a:uLnTx/>
                <a:uFillTx/>
                <a:latin typeface="맑은 고딕" panose="020F0502020204030204"/>
                <a:ea typeface="맑은 고딕" panose="020B0503020000020004" pitchFamily="50" charset="-127"/>
                <a:cs typeface="+mn-cs"/>
              </a:rPr>
              <a:t>코어 </a:t>
            </a:r>
            <a:r>
              <a:rPr kumimoji="0" lang="ko-KR" altLang="en-US" sz="1600" b="1" i="0" u="none" strike="noStrike" kern="1200" cap="none" spc="0" normalizeH="0" baseline="0" noProof="0" dirty="0" err="1">
                <a:ln>
                  <a:noFill/>
                </a:ln>
                <a:solidFill>
                  <a:prstClr val="black">
                    <a:lumMod val="65000"/>
                    <a:lumOff val="35000"/>
                  </a:prstClr>
                </a:solidFill>
                <a:effectLst/>
                <a:uLnTx/>
                <a:uFillTx/>
                <a:latin typeface="맑은 고딕" panose="020F0502020204030204"/>
                <a:ea typeface="맑은 고딕" panose="020B0503020000020004" pitchFamily="50" charset="-127"/>
                <a:cs typeface="+mn-cs"/>
              </a:rPr>
              <a:t>메카닉스</a:t>
            </a:r>
            <a:r>
              <a:rPr kumimoji="0" lang="ko-KR" altLang="en-US" sz="1600" b="1" i="0" u="none" strike="noStrike" kern="1200" cap="none" spc="0" normalizeH="0" baseline="0" noProof="0" dirty="0">
                <a:ln>
                  <a:noFill/>
                </a:ln>
                <a:solidFill>
                  <a:prstClr val="black">
                    <a:lumMod val="65000"/>
                    <a:lumOff val="35000"/>
                  </a:prstClr>
                </a:solidFill>
                <a:effectLst/>
                <a:uLnTx/>
                <a:uFillTx/>
                <a:latin typeface="맑은 고딕" panose="020F0502020204030204"/>
                <a:ea typeface="맑은 고딕" panose="020B0503020000020004" pitchFamily="50" charset="-127"/>
                <a:cs typeface="+mn-cs"/>
              </a:rPr>
              <a:t> 정리</a:t>
            </a:r>
          </a:p>
        </p:txBody>
      </p:sp>
      <p:sp>
        <p:nvSpPr>
          <p:cNvPr id="16" name="원호 15">
            <a:extLst>
              <a:ext uri="{FF2B5EF4-FFF2-40B4-BE49-F238E27FC236}">
                <a16:creationId xmlns:a16="http://schemas.microsoft.com/office/drawing/2014/main" id="{6C9E6C20-F027-63BE-F01C-EF76219318CE}"/>
              </a:ext>
            </a:extLst>
          </p:cNvPr>
          <p:cNvSpPr/>
          <p:nvPr/>
        </p:nvSpPr>
        <p:spPr>
          <a:xfrm>
            <a:off x="4885174" y="2034033"/>
            <a:ext cx="2421652" cy="2421652"/>
          </a:xfrm>
          <a:prstGeom prst="arc">
            <a:avLst>
              <a:gd name="adj1" fmla="val 8646718"/>
              <a:gd name="adj2" fmla="val 16125980"/>
            </a:avLst>
          </a:prstGeom>
          <a:ln w="31750">
            <a:solidFill>
              <a:srgbClr val="008375"/>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17" name="타원 16">
            <a:extLst>
              <a:ext uri="{FF2B5EF4-FFF2-40B4-BE49-F238E27FC236}">
                <a16:creationId xmlns:a16="http://schemas.microsoft.com/office/drawing/2014/main" id="{3097B5AD-7941-6D66-7E2B-6CC7BE8F3611}"/>
              </a:ext>
            </a:extLst>
          </p:cNvPr>
          <p:cNvSpPr/>
          <p:nvPr/>
        </p:nvSpPr>
        <p:spPr>
          <a:xfrm>
            <a:off x="6075839" y="1976010"/>
            <a:ext cx="95642" cy="95642"/>
          </a:xfrm>
          <a:prstGeom prst="ellipse">
            <a:avLst/>
          </a:prstGeom>
          <a:solidFill>
            <a:schemeClr val="bg1"/>
          </a:solidFill>
          <a:ln w="31750">
            <a:solidFill>
              <a:srgbClr val="0083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8" name="이등변 삼각형 17">
            <a:extLst>
              <a:ext uri="{FF2B5EF4-FFF2-40B4-BE49-F238E27FC236}">
                <a16:creationId xmlns:a16="http://schemas.microsoft.com/office/drawing/2014/main" id="{5E859623-778C-43A9-4045-7832DD0F6991}"/>
              </a:ext>
            </a:extLst>
          </p:cNvPr>
          <p:cNvSpPr/>
          <p:nvPr/>
        </p:nvSpPr>
        <p:spPr>
          <a:xfrm>
            <a:off x="5996792" y="2181931"/>
            <a:ext cx="253736" cy="218738"/>
          </a:xfrm>
          <a:prstGeom prst="triangle">
            <a:avLst/>
          </a:prstGeom>
          <a:solidFill>
            <a:srgbClr val="0083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9" name="타원 18">
            <a:extLst>
              <a:ext uri="{FF2B5EF4-FFF2-40B4-BE49-F238E27FC236}">
                <a16:creationId xmlns:a16="http://schemas.microsoft.com/office/drawing/2014/main" id="{06D705E5-CD96-B707-B58D-5ECA9550526B}"/>
              </a:ext>
            </a:extLst>
          </p:cNvPr>
          <p:cNvSpPr/>
          <p:nvPr/>
        </p:nvSpPr>
        <p:spPr>
          <a:xfrm>
            <a:off x="5222816" y="2341151"/>
            <a:ext cx="1807416" cy="1807416"/>
          </a:xfrm>
          <a:prstGeom prst="ellipse">
            <a:avLst/>
          </a:prstGeom>
          <a:solidFill>
            <a:schemeClr val="bg1"/>
          </a:solidFill>
          <a:ln w="279400">
            <a:noFill/>
          </a:ln>
          <a:effectLst>
            <a:outerShdw blurRad="279400" sx="102000" sy="102000" algn="ctr" rotWithShape="0">
              <a:prstClr val="black">
                <a:alpha val="8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2800" b="0" i="0" u="none" strike="noStrike" kern="1200" cap="none" spc="0" normalizeH="0" baseline="0" noProof="0" dirty="0">
                <a:ln>
                  <a:noFill/>
                </a:ln>
                <a:solidFill>
                  <a:prstClr val="black">
                    <a:lumMod val="75000"/>
                    <a:lumOff val="25000"/>
                  </a:prstClr>
                </a:solidFill>
                <a:effectLst/>
                <a:uLnTx/>
                <a:uFillTx/>
                <a:latin typeface="맑은 고딕" panose="020F0502020204030204"/>
                <a:ea typeface="맑은 고딕" panose="020B0503020000020004" pitchFamily="50" charset="-127"/>
                <a:cs typeface="+mn-cs"/>
              </a:rPr>
              <a:t>컨셉 스케치</a:t>
            </a:r>
          </a:p>
        </p:txBody>
      </p:sp>
      <p:sp>
        <p:nvSpPr>
          <p:cNvPr id="20" name="원호 19">
            <a:extLst>
              <a:ext uri="{FF2B5EF4-FFF2-40B4-BE49-F238E27FC236}">
                <a16:creationId xmlns:a16="http://schemas.microsoft.com/office/drawing/2014/main" id="{AFA7985F-0079-07BA-C9E8-CD0450A93D8D}"/>
              </a:ext>
            </a:extLst>
          </p:cNvPr>
          <p:cNvSpPr/>
          <p:nvPr/>
        </p:nvSpPr>
        <p:spPr>
          <a:xfrm>
            <a:off x="8465637" y="2183051"/>
            <a:ext cx="2123616" cy="2123616"/>
          </a:xfrm>
          <a:prstGeom prst="arc">
            <a:avLst>
              <a:gd name="adj1" fmla="val 8646718"/>
              <a:gd name="adj2" fmla="val 2150047"/>
            </a:avLst>
          </a:prstGeom>
          <a:ln w="279400">
            <a:solidFill>
              <a:srgbClr val="A9F2C5">
                <a:alpha val="25000"/>
              </a:srgb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22" name="원호 21">
            <a:extLst>
              <a:ext uri="{FF2B5EF4-FFF2-40B4-BE49-F238E27FC236}">
                <a16:creationId xmlns:a16="http://schemas.microsoft.com/office/drawing/2014/main" id="{9F2CC0E5-DE61-C2CF-3CC5-1598FC005D7C}"/>
              </a:ext>
            </a:extLst>
          </p:cNvPr>
          <p:cNvSpPr/>
          <p:nvPr/>
        </p:nvSpPr>
        <p:spPr>
          <a:xfrm>
            <a:off x="8316619" y="2034033"/>
            <a:ext cx="2421652" cy="2421652"/>
          </a:xfrm>
          <a:prstGeom prst="arc">
            <a:avLst>
              <a:gd name="adj1" fmla="val 8646718"/>
              <a:gd name="adj2" fmla="val 19370564"/>
            </a:avLst>
          </a:prstGeom>
          <a:ln w="31750">
            <a:solidFill>
              <a:srgbClr val="008375"/>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23" name="타원 22">
            <a:extLst>
              <a:ext uri="{FF2B5EF4-FFF2-40B4-BE49-F238E27FC236}">
                <a16:creationId xmlns:a16="http://schemas.microsoft.com/office/drawing/2014/main" id="{BF4A4FDE-DF9D-41DA-B606-FF0AA8212B7F}"/>
              </a:ext>
            </a:extLst>
          </p:cNvPr>
          <p:cNvSpPr/>
          <p:nvPr/>
        </p:nvSpPr>
        <p:spPr>
          <a:xfrm>
            <a:off x="10441362" y="2458466"/>
            <a:ext cx="95642" cy="95642"/>
          </a:xfrm>
          <a:prstGeom prst="ellipse">
            <a:avLst/>
          </a:prstGeom>
          <a:solidFill>
            <a:schemeClr val="bg1"/>
          </a:solidFill>
          <a:ln w="31750">
            <a:solidFill>
              <a:srgbClr val="0083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4" name="이등변 삼각형 23">
            <a:extLst>
              <a:ext uri="{FF2B5EF4-FFF2-40B4-BE49-F238E27FC236}">
                <a16:creationId xmlns:a16="http://schemas.microsoft.com/office/drawing/2014/main" id="{C17C1F7D-F4F6-37A5-3717-A4B3D8A7E644}"/>
              </a:ext>
            </a:extLst>
          </p:cNvPr>
          <p:cNvSpPr/>
          <p:nvPr/>
        </p:nvSpPr>
        <p:spPr>
          <a:xfrm rot="3022874">
            <a:off x="10177418" y="2577754"/>
            <a:ext cx="253736" cy="218738"/>
          </a:xfrm>
          <a:prstGeom prst="triangle">
            <a:avLst/>
          </a:prstGeom>
          <a:solidFill>
            <a:srgbClr val="0083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25" name="타원 24">
            <a:extLst>
              <a:ext uri="{FF2B5EF4-FFF2-40B4-BE49-F238E27FC236}">
                <a16:creationId xmlns:a16="http://schemas.microsoft.com/office/drawing/2014/main" id="{CE001DD5-259E-11B7-763B-A06EA6A543F0}"/>
              </a:ext>
            </a:extLst>
          </p:cNvPr>
          <p:cNvSpPr/>
          <p:nvPr/>
        </p:nvSpPr>
        <p:spPr>
          <a:xfrm>
            <a:off x="8633946" y="2341151"/>
            <a:ext cx="1807416" cy="1807416"/>
          </a:xfrm>
          <a:prstGeom prst="ellipse">
            <a:avLst/>
          </a:prstGeom>
          <a:solidFill>
            <a:schemeClr val="bg1"/>
          </a:solidFill>
          <a:ln w="279400">
            <a:noFill/>
          </a:ln>
          <a:effectLst>
            <a:outerShdw blurRad="279400" sx="102000" sy="102000" algn="ctr" rotWithShape="0">
              <a:prstClr val="black">
                <a:alpha val="8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b="1" i="0" u="none" strike="noStrike" kern="1200" cap="none" spc="0" normalizeH="0" baseline="0" noProof="0" dirty="0">
                <a:ln>
                  <a:noFill/>
                </a:ln>
                <a:solidFill>
                  <a:prstClr val="black">
                    <a:lumMod val="75000"/>
                    <a:lumOff val="25000"/>
                  </a:prstClr>
                </a:solidFill>
                <a:effectLst/>
                <a:uLnTx/>
                <a:uFillTx/>
                <a:latin typeface="맑은 고딕" panose="020F0502020204030204"/>
                <a:ea typeface="맑은 고딕" panose="020B0503020000020004" pitchFamily="50" charset="-127"/>
                <a:cs typeface="+mn-cs"/>
              </a:rPr>
              <a:t>레퍼런스 게임 조사</a:t>
            </a:r>
            <a:endParaRPr kumimoji="0" lang="ko-KR" altLang="en-US" b="0" i="0" u="none" strike="noStrike" kern="1200" cap="none" spc="0" normalizeH="0" baseline="0" noProof="0" dirty="0">
              <a:ln>
                <a:noFill/>
              </a:ln>
              <a:solidFill>
                <a:prstClr val="black">
                  <a:lumMod val="75000"/>
                  <a:lumOff val="25000"/>
                </a:prstClr>
              </a:solidFill>
              <a:effectLst/>
              <a:uLnTx/>
              <a:uFillTx/>
              <a:latin typeface="맑은 고딕" panose="020F0502020204030204"/>
              <a:ea typeface="맑은 고딕" panose="020B0503020000020004" pitchFamily="50" charset="-127"/>
              <a:cs typeface="+mn-cs"/>
            </a:endParaRPr>
          </a:p>
        </p:txBody>
      </p:sp>
    </p:spTree>
    <p:extLst>
      <p:ext uri="{BB962C8B-B14F-4D97-AF65-F5344CB8AC3E}">
        <p14:creationId xmlns:p14="http://schemas.microsoft.com/office/powerpoint/2010/main" val="2544168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FF9FB"/>
        </a:solidFill>
        <a:effectLst/>
      </p:bgPr>
    </p:bg>
    <p:spTree>
      <p:nvGrpSpPr>
        <p:cNvPr id="1" name="">
          <a:extLst>
            <a:ext uri="{FF2B5EF4-FFF2-40B4-BE49-F238E27FC236}">
              <a16:creationId xmlns:a16="http://schemas.microsoft.com/office/drawing/2014/main" id="{B1460785-B334-892B-1EA3-593F0B2A97C3}"/>
            </a:ext>
          </a:extLst>
        </p:cNvPr>
        <p:cNvGrpSpPr/>
        <p:nvPr/>
      </p:nvGrpSpPr>
      <p:grpSpPr>
        <a:xfrm>
          <a:off x="0" y="0"/>
          <a:ext cx="0" cy="0"/>
          <a:chOff x="0" y="0"/>
          <a:chExt cx="0" cy="0"/>
        </a:xfrm>
      </p:grpSpPr>
      <p:sp>
        <p:nvSpPr>
          <p:cNvPr id="9" name="사각형: 둥근 위쪽 모서리 8">
            <a:extLst>
              <a:ext uri="{FF2B5EF4-FFF2-40B4-BE49-F238E27FC236}">
                <a16:creationId xmlns:a16="http://schemas.microsoft.com/office/drawing/2014/main" id="{0AA93D4E-BF22-1591-781F-FEBE37B3DB12}"/>
              </a:ext>
            </a:extLst>
          </p:cNvPr>
          <p:cNvSpPr/>
          <p:nvPr/>
        </p:nvSpPr>
        <p:spPr>
          <a:xfrm rot="5400000">
            <a:off x="-150274" y="149768"/>
            <a:ext cx="1181101" cy="881570"/>
          </a:xfrm>
          <a:custGeom>
            <a:avLst/>
            <a:gdLst>
              <a:gd name="connsiteX0" fmla="*/ 433388 w 866776"/>
              <a:gd name="connsiteY0" fmla="*/ 0 h 881570"/>
              <a:gd name="connsiteX1" fmla="*/ 433388 w 866776"/>
              <a:gd name="connsiteY1" fmla="*/ 0 h 881570"/>
              <a:gd name="connsiteX2" fmla="*/ 866776 w 866776"/>
              <a:gd name="connsiteY2" fmla="*/ 433388 h 881570"/>
              <a:gd name="connsiteX3" fmla="*/ 866776 w 866776"/>
              <a:gd name="connsiteY3" fmla="*/ 881570 h 881570"/>
              <a:gd name="connsiteX4" fmla="*/ 866776 w 866776"/>
              <a:gd name="connsiteY4" fmla="*/ 881570 h 881570"/>
              <a:gd name="connsiteX5" fmla="*/ 0 w 866776"/>
              <a:gd name="connsiteY5" fmla="*/ 881570 h 881570"/>
              <a:gd name="connsiteX6" fmla="*/ 0 w 866776"/>
              <a:gd name="connsiteY6" fmla="*/ 881570 h 881570"/>
              <a:gd name="connsiteX7" fmla="*/ 0 w 866776"/>
              <a:gd name="connsiteY7" fmla="*/ 433388 h 881570"/>
              <a:gd name="connsiteX8" fmla="*/ 433388 w 866776"/>
              <a:gd name="connsiteY8" fmla="*/ 0 h 881570"/>
              <a:gd name="connsiteX0" fmla="*/ 433388 w 1171576"/>
              <a:gd name="connsiteY0" fmla="*/ 0 h 881570"/>
              <a:gd name="connsiteX1" fmla="*/ 433388 w 1171576"/>
              <a:gd name="connsiteY1" fmla="*/ 0 h 881570"/>
              <a:gd name="connsiteX2" fmla="*/ 866776 w 1171576"/>
              <a:gd name="connsiteY2" fmla="*/ 433388 h 881570"/>
              <a:gd name="connsiteX3" fmla="*/ 866776 w 1171576"/>
              <a:gd name="connsiteY3" fmla="*/ 881570 h 881570"/>
              <a:gd name="connsiteX4" fmla="*/ 1171576 w 1171576"/>
              <a:gd name="connsiteY4" fmla="*/ 881570 h 881570"/>
              <a:gd name="connsiteX5" fmla="*/ 0 w 1171576"/>
              <a:gd name="connsiteY5" fmla="*/ 881570 h 881570"/>
              <a:gd name="connsiteX6" fmla="*/ 0 w 1171576"/>
              <a:gd name="connsiteY6" fmla="*/ 881570 h 881570"/>
              <a:gd name="connsiteX7" fmla="*/ 0 w 1171576"/>
              <a:gd name="connsiteY7" fmla="*/ 433388 h 881570"/>
              <a:gd name="connsiteX8" fmla="*/ 433388 w 1171576"/>
              <a:gd name="connsiteY8" fmla="*/ 0 h 881570"/>
              <a:gd name="connsiteX0" fmla="*/ 433388 w 1181101"/>
              <a:gd name="connsiteY0" fmla="*/ 0 h 881570"/>
              <a:gd name="connsiteX1" fmla="*/ 433388 w 1181101"/>
              <a:gd name="connsiteY1" fmla="*/ 0 h 881570"/>
              <a:gd name="connsiteX2" fmla="*/ 866776 w 1181101"/>
              <a:gd name="connsiteY2" fmla="*/ 433388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866776 w 1181101"/>
              <a:gd name="connsiteY2" fmla="*/ 433388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900117 w 1181101"/>
              <a:gd name="connsiteY2" fmla="*/ 438151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900117 w 1181101"/>
              <a:gd name="connsiteY2" fmla="*/ 438151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1101" h="881570">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75250">
                <a:srgbClr val="9CF0BD">
                  <a:alpha val="30000"/>
                </a:srgbClr>
              </a:gs>
              <a:gs pos="16000">
                <a:srgbClr val="98F0BB">
                  <a:alpha val="30000"/>
                </a:srgbClr>
              </a:gs>
              <a:gs pos="0">
                <a:srgbClr val="A9F2C5">
                  <a:alpha val="0"/>
                </a:srgbClr>
              </a:gs>
              <a:gs pos="100000">
                <a:srgbClr val="A9F2C5">
                  <a:alpha val="0"/>
                </a:srgbClr>
              </a:gs>
              <a:gs pos="36000">
                <a:srgbClr val="8EEEB5"/>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nvGrpSpPr>
          <p:cNvPr id="2" name="그룹 1">
            <a:extLst>
              <a:ext uri="{FF2B5EF4-FFF2-40B4-BE49-F238E27FC236}">
                <a16:creationId xmlns:a16="http://schemas.microsoft.com/office/drawing/2014/main" id="{B75BD700-6AFF-CABA-9F1D-D8B981F097E8}"/>
              </a:ext>
            </a:extLst>
          </p:cNvPr>
          <p:cNvGrpSpPr/>
          <p:nvPr/>
        </p:nvGrpSpPr>
        <p:grpSpPr>
          <a:xfrm>
            <a:off x="9748971" y="4814962"/>
            <a:ext cx="2797762" cy="2335138"/>
            <a:chOff x="-219662" y="72172"/>
            <a:chExt cx="8130197" cy="6785828"/>
          </a:xfrm>
        </p:grpSpPr>
        <p:sp>
          <p:nvSpPr>
            <p:cNvPr id="7" name="자유형: 도형 6">
              <a:extLst>
                <a:ext uri="{FF2B5EF4-FFF2-40B4-BE49-F238E27FC236}">
                  <a16:creationId xmlns:a16="http://schemas.microsoft.com/office/drawing/2014/main" id="{B4E0A02F-F93B-7685-4C25-695AA42B19B6}"/>
                </a:ext>
              </a:extLst>
            </p:cNvPr>
            <p:cNvSpPr/>
            <p:nvPr/>
          </p:nvSpPr>
          <p:spPr>
            <a:xfrm>
              <a:off x="-219662" y="3305139"/>
              <a:ext cx="4951874" cy="3552861"/>
            </a:xfrm>
            <a:custGeom>
              <a:avLst/>
              <a:gdLst>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951874"/>
                <a:gd name="connsiteY0" fmla="*/ 196474 h 3552860"/>
                <a:gd name="connsiteX1" fmla="*/ 4819426 w 4951874"/>
                <a:gd name="connsiteY1" fmla="*/ 454658 h 3552860"/>
                <a:gd name="connsiteX2" fmla="*/ 0 w 4951874"/>
                <a:gd name="connsiteY2" fmla="*/ 3552860 h 3552860"/>
              </a:gdLst>
              <a:ahLst/>
              <a:cxnLst>
                <a:cxn ang="0">
                  <a:pos x="connsiteX0" y="connsiteY0"/>
                </a:cxn>
                <a:cxn ang="0">
                  <a:pos x="connsiteX1" y="connsiteY1"/>
                </a:cxn>
                <a:cxn ang="0">
                  <a:pos x="connsiteX2" y="connsiteY2"/>
                </a:cxn>
              </a:cxnLst>
              <a:rect l="l" t="t" r="r" b="b"/>
              <a:pathLst>
                <a:path w="4951874" h="3552860">
                  <a:moveTo>
                    <a:pt x="3205779" y="196474"/>
                  </a:moveTo>
                  <a:cubicBezTo>
                    <a:pt x="4161416" y="-93983"/>
                    <a:pt x="5353722" y="-104740"/>
                    <a:pt x="4819426" y="454658"/>
                  </a:cubicBezTo>
                  <a:cubicBezTo>
                    <a:pt x="4285130" y="1014056"/>
                    <a:pt x="2594386" y="2584671"/>
                    <a:pt x="0" y="3552860"/>
                  </a:cubicBezTo>
                </a:path>
              </a:pathLst>
            </a:custGeom>
            <a:noFill/>
            <a:ln w="596900" cap="rnd">
              <a:gradFill flip="none" rotWithShape="1">
                <a:gsLst>
                  <a:gs pos="20000">
                    <a:srgbClr val="E1F7EA">
                      <a:alpha val="0"/>
                    </a:srgbClr>
                  </a:gs>
                  <a:gs pos="95000">
                    <a:srgbClr val="A9F2C5">
                      <a:alpha val="0"/>
                    </a:srgbClr>
                  </a:gs>
                  <a:gs pos="63000">
                    <a:srgbClr val="8EEEB5"/>
                  </a:gs>
                </a:gsLst>
                <a:lin ang="156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1" name="자유형: 도형 10">
              <a:extLst>
                <a:ext uri="{FF2B5EF4-FFF2-40B4-BE49-F238E27FC236}">
                  <a16:creationId xmlns:a16="http://schemas.microsoft.com/office/drawing/2014/main" id="{FC194468-23E5-46D4-4C6A-98C99922E7CF}"/>
                </a:ext>
              </a:extLst>
            </p:cNvPr>
            <p:cNvSpPr/>
            <p:nvPr/>
          </p:nvSpPr>
          <p:spPr>
            <a:xfrm flipH="1" flipV="1">
              <a:off x="2958661" y="72172"/>
              <a:ext cx="4951874" cy="3552861"/>
            </a:xfrm>
            <a:custGeom>
              <a:avLst/>
              <a:gdLst>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951874"/>
                <a:gd name="connsiteY0" fmla="*/ 196474 h 3552860"/>
                <a:gd name="connsiteX1" fmla="*/ 4819426 w 4951874"/>
                <a:gd name="connsiteY1" fmla="*/ 454658 h 3552860"/>
                <a:gd name="connsiteX2" fmla="*/ 0 w 4951874"/>
                <a:gd name="connsiteY2" fmla="*/ 3552860 h 3552860"/>
              </a:gdLst>
              <a:ahLst/>
              <a:cxnLst>
                <a:cxn ang="0">
                  <a:pos x="connsiteX0" y="connsiteY0"/>
                </a:cxn>
                <a:cxn ang="0">
                  <a:pos x="connsiteX1" y="connsiteY1"/>
                </a:cxn>
                <a:cxn ang="0">
                  <a:pos x="connsiteX2" y="connsiteY2"/>
                </a:cxn>
              </a:cxnLst>
              <a:rect l="l" t="t" r="r" b="b"/>
              <a:pathLst>
                <a:path w="4951874" h="3552860">
                  <a:moveTo>
                    <a:pt x="3205779" y="196474"/>
                  </a:moveTo>
                  <a:cubicBezTo>
                    <a:pt x="4161416" y="-93983"/>
                    <a:pt x="5353722" y="-104740"/>
                    <a:pt x="4819426" y="454658"/>
                  </a:cubicBezTo>
                  <a:cubicBezTo>
                    <a:pt x="4285130" y="1014056"/>
                    <a:pt x="2594386" y="2584671"/>
                    <a:pt x="0" y="3552860"/>
                  </a:cubicBezTo>
                </a:path>
              </a:pathLst>
            </a:custGeom>
            <a:noFill/>
            <a:ln w="596900" cap="rnd">
              <a:gradFill flip="none" rotWithShape="1">
                <a:gsLst>
                  <a:gs pos="14000">
                    <a:srgbClr val="E1F7EA">
                      <a:alpha val="39000"/>
                    </a:srgbClr>
                  </a:gs>
                  <a:gs pos="69000">
                    <a:srgbClr val="A9F2C5">
                      <a:alpha val="0"/>
                    </a:srgbClr>
                  </a:gs>
                  <a:gs pos="56000">
                    <a:srgbClr val="8EEEB5">
                      <a:alpha val="36000"/>
                    </a:srgbClr>
                  </a:gs>
                </a:gsLst>
                <a:lin ang="156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14" name="TextBox 13">
            <a:extLst>
              <a:ext uri="{FF2B5EF4-FFF2-40B4-BE49-F238E27FC236}">
                <a16:creationId xmlns:a16="http://schemas.microsoft.com/office/drawing/2014/main" id="{0BE4A1E6-D093-2AAE-B3E8-B278052C65DD}"/>
              </a:ext>
            </a:extLst>
          </p:cNvPr>
          <p:cNvSpPr txBox="1"/>
          <p:nvPr/>
        </p:nvSpPr>
        <p:spPr>
          <a:xfrm>
            <a:off x="11694714" y="6277185"/>
            <a:ext cx="278130" cy="523220"/>
          </a:xfrm>
          <a:prstGeom prst="rect">
            <a:avLst/>
          </a:prstGeom>
          <a:noFill/>
          <a:scene3d>
            <a:camera prst="obliqueTopRight"/>
            <a:lightRig rig="soft" dir="t"/>
          </a:scene3d>
          <a:sp3d>
            <a:bevelT/>
          </a:sp3d>
        </p:spPr>
        <p:txBody>
          <a:bodyPr wrap="square" rtlCol="0">
            <a:spAutoFit/>
            <a:sp3d extrusionH="82550" prstMaterial="matte">
              <a:extrusionClr>
                <a:srgbClr val="8EEEB5"/>
              </a:extrusionClr>
            </a:sp3d>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2800" dirty="0">
                <a:solidFill>
                  <a:srgbClr val="8EEEB5"/>
                </a:solidFill>
                <a:effectLst>
                  <a:outerShdw blurRad="215900" dist="200025" dir="15000000" sy="30000" kx="-1800000" algn="bl" rotWithShape="0">
                    <a:srgbClr val="8EEEB5">
                      <a:alpha val="87000"/>
                    </a:srgbClr>
                  </a:outerShdw>
                </a:effectLst>
                <a:latin typeface="Tmon몬소리 Black" panose="02000A03000000000000" pitchFamily="2" charset="-127"/>
                <a:ea typeface="Tmon몬소리 Black" panose="02000A03000000000000" pitchFamily="2" charset="-127"/>
              </a:rPr>
              <a:t>2</a:t>
            </a:r>
            <a:endParaRPr kumimoji="0" lang="ko-KR" altLang="en-US" sz="2800" b="0" i="0" u="none" strike="noStrike" kern="1200" cap="none" spc="0" normalizeH="0" baseline="0" noProof="0" dirty="0">
              <a:ln>
                <a:noFill/>
              </a:ln>
              <a:solidFill>
                <a:srgbClr val="8EEEB5"/>
              </a:solidFill>
              <a:effectLst>
                <a:outerShdw blurRad="215900" dist="200025" dir="15000000" sy="30000" kx="-1800000" algn="bl" rotWithShape="0">
                  <a:srgbClr val="8EEEB5">
                    <a:alpha val="87000"/>
                  </a:srgbClr>
                </a:outerShdw>
              </a:effectLst>
              <a:uLnTx/>
              <a:uFillTx/>
              <a:latin typeface="Tmon몬소리 Black" panose="02000A03000000000000" pitchFamily="2" charset="-127"/>
              <a:ea typeface="Tmon몬소리 Black" panose="02000A03000000000000" pitchFamily="2" charset="-127"/>
              <a:cs typeface="+mn-cs"/>
            </a:endParaRPr>
          </a:p>
        </p:txBody>
      </p:sp>
      <p:sp>
        <p:nvSpPr>
          <p:cNvPr id="3" name="사각형: 둥근 모서리 2">
            <a:extLst>
              <a:ext uri="{FF2B5EF4-FFF2-40B4-BE49-F238E27FC236}">
                <a16:creationId xmlns:a16="http://schemas.microsoft.com/office/drawing/2014/main" id="{6263B56F-AC0F-B87F-8E42-C77C017B0CF4}"/>
              </a:ext>
            </a:extLst>
          </p:cNvPr>
          <p:cNvSpPr/>
          <p:nvPr/>
        </p:nvSpPr>
        <p:spPr>
          <a:xfrm>
            <a:off x="209548" y="195355"/>
            <a:ext cx="11707655" cy="461982"/>
          </a:xfrm>
          <a:prstGeom prst="roundRect">
            <a:avLst>
              <a:gd name="adj" fmla="val 18062"/>
            </a:avLst>
          </a:prstGeom>
          <a:solidFill>
            <a:schemeClr val="bg1"/>
          </a:solidFill>
          <a:ln w="9525">
            <a:noFill/>
          </a:ln>
          <a:effectLst>
            <a:outerShdw blurRad="114300" dist="76200" dir="2700000" algn="tl" rotWithShape="0">
              <a:srgbClr val="008375">
                <a:alpha val="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0975" marR="0" lvl="0" indent="0" algn="l" defTabSz="914400" rtl="0" eaLnBrk="1" fontAlgn="auto" latinLnBrk="0" hangingPunct="1">
              <a:lnSpc>
                <a:spcPct val="100000"/>
              </a:lnSpc>
              <a:spcBef>
                <a:spcPts val="0"/>
              </a:spcBef>
              <a:spcAft>
                <a:spcPts val="0"/>
              </a:spcAft>
              <a:buClrTx/>
              <a:buSzTx/>
              <a:buFontTx/>
              <a:buNone/>
              <a:tabLst>
                <a:tab pos="2603500" algn="l"/>
              </a:tabLst>
              <a:defRPr/>
            </a:pPr>
            <a:r>
              <a:rPr kumimoji="0" lang="ko-KR" altLang="en-US" sz="1600" b="1" u="none" strike="noStrike" kern="1200" cap="none" spc="0" normalizeH="0" baseline="0" noProof="0" dirty="0">
                <a:ln>
                  <a:noFill/>
                </a:ln>
                <a:solidFill>
                  <a:srgbClr val="008375"/>
                </a:solidFill>
                <a:effectLst/>
                <a:uLnTx/>
                <a:uFillTx/>
                <a:latin typeface="맑은 고딕" panose="020F0502020204030204"/>
                <a:ea typeface="맑은 고딕" panose="020B0503020000020004" pitchFamily="50" charset="-127"/>
                <a:cs typeface="+mn-cs"/>
              </a:rPr>
              <a:t>아이디어 발상</a:t>
            </a:r>
          </a:p>
        </p:txBody>
      </p:sp>
      <p:grpSp>
        <p:nvGrpSpPr>
          <p:cNvPr id="35" name="그룹 34">
            <a:extLst>
              <a:ext uri="{FF2B5EF4-FFF2-40B4-BE49-F238E27FC236}">
                <a16:creationId xmlns:a16="http://schemas.microsoft.com/office/drawing/2014/main" id="{6A5E941A-A8AE-4878-9A1D-8521E1EE4AB4}"/>
              </a:ext>
            </a:extLst>
          </p:cNvPr>
          <p:cNvGrpSpPr/>
          <p:nvPr/>
        </p:nvGrpSpPr>
        <p:grpSpPr>
          <a:xfrm>
            <a:off x="440276" y="1181104"/>
            <a:ext cx="10860328" cy="5056320"/>
            <a:chOff x="440276" y="1069648"/>
            <a:chExt cx="11606812" cy="5167776"/>
          </a:xfrm>
        </p:grpSpPr>
        <p:sp>
          <p:nvSpPr>
            <p:cNvPr id="4" name="사각형: 둥근 모서리 3">
              <a:extLst>
                <a:ext uri="{FF2B5EF4-FFF2-40B4-BE49-F238E27FC236}">
                  <a16:creationId xmlns:a16="http://schemas.microsoft.com/office/drawing/2014/main" id="{0FF4FFF7-871D-4CBD-92B5-1FDE0BA8ABCF}"/>
                </a:ext>
              </a:extLst>
            </p:cNvPr>
            <p:cNvSpPr/>
            <p:nvPr/>
          </p:nvSpPr>
          <p:spPr>
            <a:xfrm>
              <a:off x="440276" y="1069648"/>
              <a:ext cx="11606812" cy="516777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u="sng" dirty="0"/>
            </a:p>
          </p:txBody>
        </p:sp>
        <p:sp>
          <p:nvSpPr>
            <p:cNvPr id="29" name="사각형: 둥근 모서리 28">
              <a:extLst>
                <a:ext uri="{FF2B5EF4-FFF2-40B4-BE49-F238E27FC236}">
                  <a16:creationId xmlns:a16="http://schemas.microsoft.com/office/drawing/2014/main" id="{187B60ED-B060-4E7C-A813-F4ABD25AC7A4}"/>
                </a:ext>
              </a:extLst>
            </p:cNvPr>
            <p:cNvSpPr/>
            <p:nvPr/>
          </p:nvSpPr>
          <p:spPr>
            <a:xfrm>
              <a:off x="805022" y="3209484"/>
              <a:ext cx="2047443" cy="49978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ko-KR" altLang="en-US" u="sng" dirty="0"/>
                <a:t>키워드 </a:t>
              </a:r>
              <a:r>
                <a:rPr lang="en-US" altLang="ko-KR" u="sng" dirty="0"/>
                <a:t>2</a:t>
              </a:r>
              <a:endParaRPr lang="ko-KR" altLang="en-US" u="sng" dirty="0"/>
            </a:p>
          </p:txBody>
        </p:sp>
        <p:sp>
          <p:nvSpPr>
            <p:cNvPr id="33" name="사각형: 둥근 모서리 32">
              <a:extLst>
                <a:ext uri="{FF2B5EF4-FFF2-40B4-BE49-F238E27FC236}">
                  <a16:creationId xmlns:a16="http://schemas.microsoft.com/office/drawing/2014/main" id="{AE31EB98-C53D-4EBA-9463-DDB0ED6A0F68}"/>
                </a:ext>
              </a:extLst>
            </p:cNvPr>
            <p:cNvSpPr/>
            <p:nvPr/>
          </p:nvSpPr>
          <p:spPr>
            <a:xfrm>
              <a:off x="805020" y="1889676"/>
              <a:ext cx="2047443" cy="49978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ko-KR" altLang="en-US" u="sng" dirty="0"/>
                <a:t>키워드 </a:t>
              </a:r>
              <a:r>
                <a:rPr lang="en-US" altLang="ko-KR" u="sng" dirty="0"/>
                <a:t>1</a:t>
              </a:r>
              <a:endParaRPr lang="ko-KR" altLang="en-US" u="sng" dirty="0"/>
            </a:p>
          </p:txBody>
        </p:sp>
      </p:grpSp>
      <p:sp>
        <p:nvSpPr>
          <p:cNvPr id="36" name="사각형: 둥근 모서리 35">
            <a:extLst>
              <a:ext uri="{FF2B5EF4-FFF2-40B4-BE49-F238E27FC236}">
                <a16:creationId xmlns:a16="http://schemas.microsoft.com/office/drawing/2014/main" id="{302CF198-7E4D-41A2-940D-326F47AA81F8}"/>
              </a:ext>
            </a:extLst>
          </p:cNvPr>
          <p:cNvSpPr/>
          <p:nvPr/>
        </p:nvSpPr>
        <p:spPr>
          <a:xfrm>
            <a:off x="781563" y="4570461"/>
            <a:ext cx="1915763" cy="489001"/>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ko-KR" altLang="en-US" u="sng" dirty="0"/>
              <a:t>키워드 </a:t>
            </a:r>
            <a:r>
              <a:rPr lang="en-US" altLang="ko-KR" u="sng" dirty="0"/>
              <a:t>3 </a:t>
            </a:r>
            <a:endParaRPr lang="ko-KR" altLang="en-US" u="sng" dirty="0"/>
          </a:p>
        </p:txBody>
      </p:sp>
      <p:sp>
        <p:nvSpPr>
          <p:cNvPr id="5" name="TextBox 4">
            <a:extLst>
              <a:ext uri="{FF2B5EF4-FFF2-40B4-BE49-F238E27FC236}">
                <a16:creationId xmlns:a16="http://schemas.microsoft.com/office/drawing/2014/main" id="{C616D296-4A8F-4C62-87BC-0F0115739674}"/>
              </a:ext>
            </a:extLst>
          </p:cNvPr>
          <p:cNvSpPr txBox="1"/>
          <p:nvPr/>
        </p:nvSpPr>
        <p:spPr>
          <a:xfrm>
            <a:off x="3038612" y="1983446"/>
            <a:ext cx="7138322" cy="3139321"/>
          </a:xfrm>
          <a:prstGeom prst="rect">
            <a:avLst/>
          </a:prstGeom>
          <a:noFill/>
        </p:spPr>
        <p:txBody>
          <a:bodyPr wrap="square" rtlCol="0">
            <a:spAutoFit/>
          </a:bodyPr>
          <a:lstStyle/>
          <a:p>
            <a:r>
              <a:rPr lang="ko-KR" altLang="en-US" dirty="0"/>
              <a:t>증거와 수수께끼를 조합하여 하는 추리</a:t>
            </a:r>
            <a:endParaRPr lang="en-US" altLang="ko-KR" dirty="0"/>
          </a:p>
          <a:p>
            <a:endParaRPr lang="en-US" altLang="ko-KR" dirty="0"/>
          </a:p>
          <a:p>
            <a:endParaRPr lang="en-US" altLang="ko-KR" dirty="0"/>
          </a:p>
          <a:p>
            <a:endParaRPr lang="en-US" altLang="ko-KR" dirty="0"/>
          </a:p>
          <a:p>
            <a:endParaRPr lang="en-US" altLang="ko-KR" dirty="0"/>
          </a:p>
          <a:p>
            <a:r>
              <a:rPr lang="en-US" altLang="ko-KR" dirty="0"/>
              <a:t>AI </a:t>
            </a:r>
            <a:r>
              <a:rPr lang="ko-KR" altLang="en-US" dirty="0" err="1"/>
              <a:t>챗봇이</a:t>
            </a:r>
            <a:r>
              <a:rPr lang="ko-KR" altLang="en-US" dirty="0"/>
              <a:t> 만들어 내는 수수께끼</a:t>
            </a:r>
            <a:endParaRPr lang="en-US" altLang="ko-KR" dirty="0"/>
          </a:p>
          <a:p>
            <a:endParaRPr lang="en-US" altLang="ko-KR" dirty="0"/>
          </a:p>
          <a:p>
            <a:endParaRPr lang="en-US" altLang="ko-KR" dirty="0"/>
          </a:p>
          <a:p>
            <a:endParaRPr lang="en-US" altLang="ko-KR" dirty="0"/>
          </a:p>
          <a:p>
            <a:endParaRPr lang="en-US" altLang="ko-KR" dirty="0"/>
          </a:p>
          <a:p>
            <a:r>
              <a:rPr lang="ko-KR" altLang="en-US" dirty="0"/>
              <a:t>시나리오를 따라가는 선형적인 스토리 전개</a:t>
            </a:r>
          </a:p>
        </p:txBody>
      </p:sp>
    </p:spTree>
    <p:extLst>
      <p:ext uri="{BB962C8B-B14F-4D97-AF65-F5344CB8AC3E}">
        <p14:creationId xmlns:p14="http://schemas.microsoft.com/office/powerpoint/2010/main" val="1192165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CBD6B-C6AA-7B33-C123-5F7C38708518}"/>
            </a:ext>
          </a:extLst>
        </p:cNvPr>
        <p:cNvGrpSpPr/>
        <p:nvPr/>
      </p:nvGrpSpPr>
      <p:grpSpPr>
        <a:xfrm>
          <a:off x="0" y="0"/>
          <a:ext cx="0" cy="0"/>
          <a:chOff x="0" y="0"/>
          <a:chExt cx="0" cy="0"/>
        </a:xfrm>
      </p:grpSpPr>
      <p:sp>
        <p:nvSpPr>
          <p:cNvPr id="9" name="사각형: 둥근 위쪽 모서리 8">
            <a:extLst>
              <a:ext uri="{FF2B5EF4-FFF2-40B4-BE49-F238E27FC236}">
                <a16:creationId xmlns:a16="http://schemas.microsoft.com/office/drawing/2014/main" id="{FDBE7DDB-CA26-C6A4-C68B-26BA95092C0E}"/>
              </a:ext>
            </a:extLst>
          </p:cNvPr>
          <p:cNvSpPr/>
          <p:nvPr/>
        </p:nvSpPr>
        <p:spPr>
          <a:xfrm rot="5400000">
            <a:off x="-150274" y="149768"/>
            <a:ext cx="1181101" cy="881570"/>
          </a:xfrm>
          <a:custGeom>
            <a:avLst/>
            <a:gdLst>
              <a:gd name="connsiteX0" fmla="*/ 433388 w 866776"/>
              <a:gd name="connsiteY0" fmla="*/ 0 h 881570"/>
              <a:gd name="connsiteX1" fmla="*/ 433388 w 866776"/>
              <a:gd name="connsiteY1" fmla="*/ 0 h 881570"/>
              <a:gd name="connsiteX2" fmla="*/ 866776 w 866776"/>
              <a:gd name="connsiteY2" fmla="*/ 433388 h 881570"/>
              <a:gd name="connsiteX3" fmla="*/ 866776 w 866776"/>
              <a:gd name="connsiteY3" fmla="*/ 881570 h 881570"/>
              <a:gd name="connsiteX4" fmla="*/ 866776 w 866776"/>
              <a:gd name="connsiteY4" fmla="*/ 881570 h 881570"/>
              <a:gd name="connsiteX5" fmla="*/ 0 w 866776"/>
              <a:gd name="connsiteY5" fmla="*/ 881570 h 881570"/>
              <a:gd name="connsiteX6" fmla="*/ 0 w 866776"/>
              <a:gd name="connsiteY6" fmla="*/ 881570 h 881570"/>
              <a:gd name="connsiteX7" fmla="*/ 0 w 866776"/>
              <a:gd name="connsiteY7" fmla="*/ 433388 h 881570"/>
              <a:gd name="connsiteX8" fmla="*/ 433388 w 866776"/>
              <a:gd name="connsiteY8" fmla="*/ 0 h 881570"/>
              <a:gd name="connsiteX0" fmla="*/ 433388 w 1171576"/>
              <a:gd name="connsiteY0" fmla="*/ 0 h 881570"/>
              <a:gd name="connsiteX1" fmla="*/ 433388 w 1171576"/>
              <a:gd name="connsiteY1" fmla="*/ 0 h 881570"/>
              <a:gd name="connsiteX2" fmla="*/ 866776 w 1171576"/>
              <a:gd name="connsiteY2" fmla="*/ 433388 h 881570"/>
              <a:gd name="connsiteX3" fmla="*/ 866776 w 1171576"/>
              <a:gd name="connsiteY3" fmla="*/ 881570 h 881570"/>
              <a:gd name="connsiteX4" fmla="*/ 1171576 w 1171576"/>
              <a:gd name="connsiteY4" fmla="*/ 881570 h 881570"/>
              <a:gd name="connsiteX5" fmla="*/ 0 w 1171576"/>
              <a:gd name="connsiteY5" fmla="*/ 881570 h 881570"/>
              <a:gd name="connsiteX6" fmla="*/ 0 w 1171576"/>
              <a:gd name="connsiteY6" fmla="*/ 881570 h 881570"/>
              <a:gd name="connsiteX7" fmla="*/ 0 w 1171576"/>
              <a:gd name="connsiteY7" fmla="*/ 433388 h 881570"/>
              <a:gd name="connsiteX8" fmla="*/ 433388 w 1171576"/>
              <a:gd name="connsiteY8" fmla="*/ 0 h 881570"/>
              <a:gd name="connsiteX0" fmla="*/ 433388 w 1181101"/>
              <a:gd name="connsiteY0" fmla="*/ 0 h 881570"/>
              <a:gd name="connsiteX1" fmla="*/ 433388 w 1181101"/>
              <a:gd name="connsiteY1" fmla="*/ 0 h 881570"/>
              <a:gd name="connsiteX2" fmla="*/ 866776 w 1181101"/>
              <a:gd name="connsiteY2" fmla="*/ 433388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866776 w 1181101"/>
              <a:gd name="connsiteY2" fmla="*/ 433388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900117 w 1181101"/>
              <a:gd name="connsiteY2" fmla="*/ 438151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900117 w 1181101"/>
              <a:gd name="connsiteY2" fmla="*/ 438151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1101" h="881570">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75250">
                <a:srgbClr val="9CF0BD">
                  <a:alpha val="30000"/>
                </a:srgbClr>
              </a:gs>
              <a:gs pos="16000">
                <a:srgbClr val="98F0BB">
                  <a:alpha val="30000"/>
                </a:srgbClr>
              </a:gs>
              <a:gs pos="0">
                <a:srgbClr val="A9F2C5">
                  <a:alpha val="0"/>
                </a:srgbClr>
              </a:gs>
              <a:gs pos="100000">
                <a:srgbClr val="A9F2C5">
                  <a:alpha val="0"/>
                </a:srgbClr>
              </a:gs>
              <a:gs pos="36000">
                <a:srgbClr val="8EEEB5"/>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nvGrpSpPr>
          <p:cNvPr id="2" name="그룹 1">
            <a:extLst>
              <a:ext uri="{FF2B5EF4-FFF2-40B4-BE49-F238E27FC236}">
                <a16:creationId xmlns:a16="http://schemas.microsoft.com/office/drawing/2014/main" id="{08E2B5E3-CA57-74A1-7B99-5C2506F28866}"/>
              </a:ext>
            </a:extLst>
          </p:cNvPr>
          <p:cNvGrpSpPr/>
          <p:nvPr/>
        </p:nvGrpSpPr>
        <p:grpSpPr>
          <a:xfrm>
            <a:off x="9748971" y="4814962"/>
            <a:ext cx="2797762" cy="2335138"/>
            <a:chOff x="-219662" y="72172"/>
            <a:chExt cx="8130197" cy="6785828"/>
          </a:xfrm>
        </p:grpSpPr>
        <p:sp>
          <p:nvSpPr>
            <p:cNvPr id="7" name="자유형: 도형 6">
              <a:extLst>
                <a:ext uri="{FF2B5EF4-FFF2-40B4-BE49-F238E27FC236}">
                  <a16:creationId xmlns:a16="http://schemas.microsoft.com/office/drawing/2014/main" id="{E96E7F89-9983-D89C-F3C0-9E552D22BF9A}"/>
                </a:ext>
              </a:extLst>
            </p:cNvPr>
            <p:cNvSpPr/>
            <p:nvPr/>
          </p:nvSpPr>
          <p:spPr>
            <a:xfrm>
              <a:off x="-219662" y="3305139"/>
              <a:ext cx="4951874" cy="3552861"/>
            </a:xfrm>
            <a:custGeom>
              <a:avLst/>
              <a:gdLst>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951874"/>
                <a:gd name="connsiteY0" fmla="*/ 196474 h 3552860"/>
                <a:gd name="connsiteX1" fmla="*/ 4819426 w 4951874"/>
                <a:gd name="connsiteY1" fmla="*/ 454658 h 3552860"/>
                <a:gd name="connsiteX2" fmla="*/ 0 w 4951874"/>
                <a:gd name="connsiteY2" fmla="*/ 3552860 h 3552860"/>
              </a:gdLst>
              <a:ahLst/>
              <a:cxnLst>
                <a:cxn ang="0">
                  <a:pos x="connsiteX0" y="connsiteY0"/>
                </a:cxn>
                <a:cxn ang="0">
                  <a:pos x="connsiteX1" y="connsiteY1"/>
                </a:cxn>
                <a:cxn ang="0">
                  <a:pos x="connsiteX2" y="connsiteY2"/>
                </a:cxn>
              </a:cxnLst>
              <a:rect l="l" t="t" r="r" b="b"/>
              <a:pathLst>
                <a:path w="4951874" h="3552860">
                  <a:moveTo>
                    <a:pt x="3205779" y="196474"/>
                  </a:moveTo>
                  <a:cubicBezTo>
                    <a:pt x="4161416" y="-93983"/>
                    <a:pt x="5353722" y="-104740"/>
                    <a:pt x="4819426" y="454658"/>
                  </a:cubicBezTo>
                  <a:cubicBezTo>
                    <a:pt x="4285130" y="1014056"/>
                    <a:pt x="2594386" y="2584671"/>
                    <a:pt x="0" y="3552860"/>
                  </a:cubicBezTo>
                </a:path>
              </a:pathLst>
            </a:custGeom>
            <a:noFill/>
            <a:ln w="596900" cap="rnd">
              <a:gradFill flip="none" rotWithShape="1">
                <a:gsLst>
                  <a:gs pos="20000">
                    <a:srgbClr val="E1F7EA">
                      <a:alpha val="0"/>
                    </a:srgbClr>
                  </a:gs>
                  <a:gs pos="95000">
                    <a:srgbClr val="A9F2C5">
                      <a:alpha val="0"/>
                    </a:srgbClr>
                  </a:gs>
                  <a:gs pos="63000">
                    <a:srgbClr val="8EEEB5"/>
                  </a:gs>
                </a:gsLst>
                <a:lin ang="156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1" name="자유형: 도형 10">
              <a:extLst>
                <a:ext uri="{FF2B5EF4-FFF2-40B4-BE49-F238E27FC236}">
                  <a16:creationId xmlns:a16="http://schemas.microsoft.com/office/drawing/2014/main" id="{007CED34-AD08-2455-001F-E6D28AB70162}"/>
                </a:ext>
              </a:extLst>
            </p:cNvPr>
            <p:cNvSpPr/>
            <p:nvPr/>
          </p:nvSpPr>
          <p:spPr>
            <a:xfrm flipH="1" flipV="1">
              <a:off x="2958661" y="72172"/>
              <a:ext cx="4951874" cy="3552861"/>
            </a:xfrm>
            <a:custGeom>
              <a:avLst/>
              <a:gdLst>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951874"/>
                <a:gd name="connsiteY0" fmla="*/ 196474 h 3552860"/>
                <a:gd name="connsiteX1" fmla="*/ 4819426 w 4951874"/>
                <a:gd name="connsiteY1" fmla="*/ 454658 h 3552860"/>
                <a:gd name="connsiteX2" fmla="*/ 0 w 4951874"/>
                <a:gd name="connsiteY2" fmla="*/ 3552860 h 3552860"/>
              </a:gdLst>
              <a:ahLst/>
              <a:cxnLst>
                <a:cxn ang="0">
                  <a:pos x="connsiteX0" y="connsiteY0"/>
                </a:cxn>
                <a:cxn ang="0">
                  <a:pos x="connsiteX1" y="connsiteY1"/>
                </a:cxn>
                <a:cxn ang="0">
                  <a:pos x="connsiteX2" y="connsiteY2"/>
                </a:cxn>
              </a:cxnLst>
              <a:rect l="l" t="t" r="r" b="b"/>
              <a:pathLst>
                <a:path w="4951874" h="3552860">
                  <a:moveTo>
                    <a:pt x="3205779" y="196474"/>
                  </a:moveTo>
                  <a:cubicBezTo>
                    <a:pt x="4161416" y="-93983"/>
                    <a:pt x="5353722" y="-104740"/>
                    <a:pt x="4819426" y="454658"/>
                  </a:cubicBezTo>
                  <a:cubicBezTo>
                    <a:pt x="4285130" y="1014056"/>
                    <a:pt x="2594386" y="2584671"/>
                    <a:pt x="0" y="3552860"/>
                  </a:cubicBezTo>
                </a:path>
              </a:pathLst>
            </a:custGeom>
            <a:noFill/>
            <a:ln w="596900" cap="rnd">
              <a:gradFill flip="none" rotWithShape="1">
                <a:gsLst>
                  <a:gs pos="14000">
                    <a:srgbClr val="E1F7EA">
                      <a:alpha val="39000"/>
                    </a:srgbClr>
                  </a:gs>
                  <a:gs pos="69000">
                    <a:srgbClr val="A9F2C5">
                      <a:alpha val="0"/>
                    </a:srgbClr>
                  </a:gs>
                  <a:gs pos="56000">
                    <a:srgbClr val="8EEEB5">
                      <a:alpha val="36000"/>
                    </a:srgbClr>
                  </a:gs>
                </a:gsLst>
                <a:lin ang="156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14" name="TextBox 13">
            <a:extLst>
              <a:ext uri="{FF2B5EF4-FFF2-40B4-BE49-F238E27FC236}">
                <a16:creationId xmlns:a16="http://schemas.microsoft.com/office/drawing/2014/main" id="{F39A9246-1B30-6FF1-94C2-F11F269DAAF2}"/>
              </a:ext>
            </a:extLst>
          </p:cNvPr>
          <p:cNvSpPr txBox="1"/>
          <p:nvPr/>
        </p:nvSpPr>
        <p:spPr>
          <a:xfrm>
            <a:off x="11694714" y="6277185"/>
            <a:ext cx="278130" cy="523220"/>
          </a:xfrm>
          <a:prstGeom prst="rect">
            <a:avLst/>
          </a:prstGeom>
          <a:noFill/>
          <a:scene3d>
            <a:camera prst="obliqueTopRight"/>
            <a:lightRig rig="soft" dir="t"/>
          </a:scene3d>
          <a:sp3d>
            <a:bevelT/>
          </a:sp3d>
        </p:spPr>
        <p:txBody>
          <a:bodyPr wrap="square" rtlCol="0">
            <a:spAutoFit/>
            <a:sp3d extrusionH="82550" prstMaterial="matte">
              <a:extrusionClr>
                <a:srgbClr val="8EEEB5"/>
              </a:extrusionClr>
            </a:sp3d>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2800" b="0" i="0" u="none" strike="noStrike" kern="1200" cap="none" spc="0" normalizeH="0" baseline="0" noProof="0" dirty="0">
                <a:ln>
                  <a:noFill/>
                </a:ln>
                <a:solidFill>
                  <a:srgbClr val="8EEEB5"/>
                </a:solidFill>
                <a:effectLst>
                  <a:outerShdw blurRad="215900" dist="200025" dir="15000000" sy="30000" kx="-1800000" algn="bl" rotWithShape="0">
                    <a:srgbClr val="8EEEB5">
                      <a:alpha val="87000"/>
                    </a:srgbClr>
                  </a:outerShdw>
                </a:effectLst>
                <a:uLnTx/>
                <a:uFillTx/>
                <a:latin typeface="Tmon몬소리 Black" panose="02000A03000000000000" pitchFamily="2" charset="-127"/>
                <a:ea typeface="Tmon몬소리 Black" panose="02000A03000000000000" pitchFamily="2" charset="-127"/>
                <a:cs typeface="+mn-cs"/>
              </a:rPr>
              <a:t>3</a:t>
            </a:r>
            <a:endParaRPr kumimoji="0" lang="ko-KR" altLang="en-US" sz="2800" b="0" i="0" u="none" strike="noStrike" kern="1200" cap="none" spc="0" normalizeH="0" baseline="0" noProof="0" dirty="0">
              <a:ln>
                <a:noFill/>
              </a:ln>
              <a:solidFill>
                <a:srgbClr val="8EEEB5"/>
              </a:solidFill>
              <a:effectLst>
                <a:outerShdw blurRad="215900" dist="200025" dir="15000000" sy="30000" kx="-1800000" algn="bl" rotWithShape="0">
                  <a:srgbClr val="8EEEB5">
                    <a:alpha val="87000"/>
                  </a:srgbClr>
                </a:outerShdw>
              </a:effectLst>
              <a:uLnTx/>
              <a:uFillTx/>
              <a:latin typeface="Tmon몬소리 Black" panose="02000A03000000000000" pitchFamily="2" charset="-127"/>
              <a:ea typeface="Tmon몬소리 Black" panose="02000A03000000000000" pitchFamily="2" charset="-127"/>
              <a:cs typeface="+mn-cs"/>
            </a:endParaRPr>
          </a:p>
        </p:txBody>
      </p:sp>
      <p:sp>
        <p:nvSpPr>
          <p:cNvPr id="3" name="사각형: 둥근 모서리 2">
            <a:extLst>
              <a:ext uri="{FF2B5EF4-FFF2-40B4-BE49-F238E27FC236}">
                <a16:creationId xmlns:a16="http://schemas.microsoft.com/office/drawing/2014/main" id="{59E8231C-3F3F-62FB-380B-03E3647CA4C2}"/>
              </a:ext>
            </a:extLst>
          </p:cNvPr>
          <p:cNvSpPr/>
          <p:nvPr/>
        </p:nvSpPr>
        <p:spPr>
          <a:xfrm>
            <a:off x="209548" y="195355"/>
            <a:ext cx="11707655" cy="461982"/>
          </a:xfrm>
          <a:prstGeom prst="roundRect">
            <a:avLst>
              <a:gd name="adj" fmla="val 18062"/>
            </a:avLst>
          </a:prstGeom>
          <a:solidFill>
            <a:schemeClr val="bg1"/>
          </a:solidFill>
          <a:ln w="9525">
            <a:noFill/>
          </a:ln>
          <a:effectLst>
            <a:outerShdw blurRad="114300" dist="76200" dir="2700000" algn="tl" rotWithShape="0">
              <a:srgbClr val="008375">
                <a:alpha val="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0975" marR="0" lvl="0" indent="0" algn="l" defTabSz="914400" rtl="0" eaLnBrk="1" fontAlgn="auto" latinLnBrk="0" hangingPunct="1">
              <a:lnSpc>
                <a:spcPct val="100000"/>
              </a:lnSpc>
              <a:spcBef>
                <a:spcPts val="0"/>
              </a:spcBef>
              <a:spcAft>
                <a:spcPts val="0"/>
              </a:spcAft>
              <a:buClrTx/>
              <a:buSzTx/>
              <a:buFontTx/>
              <a:buNone/>
              <a:tabLst>
                <a:tab pos="2603500" algn="l"/>
              </a:tabLst>
              <a:defRPr/>
            </a:pPr>
            <a:r>
              <a:rPr kumimoji="0" lang="ko-KR" altLang="en-US" sz="1600" b="1" i="0" u="none" strike="noStrike" kern="1200" cap="none" spc="0" normalizeH="0" baseline="0" noProof="0" dirty="0">
                <a:ln>
                  <a:noFill/>
                </a:ln>
                <a:solidFill>
                  <a:srgbClr val="008375"/>
                </a:solidFill>
                <a:effectLst/>
                <a:uLnTx/>
                <a:uFillTx/>
                <a:latin typeface="맑은 고딕" panose="020F0502020204030204"/>
                <a:ea typeface="맑은 고딕" panose="020B0503020000020004" pitchFamily="50" charset="-127"/>
                <a:cs typeface="+mn-cs"/>
              </a:rPr>
              <a:t>컨셉 스위치 </a:t>
            </a:r>
          </a:p>
        </p:txBody>
      </p:sp>
      <p:sp>
        <p:nvSpPr>
          <p:cNvPr id="20" name="TextBox 19">
            <a:extLst>
              <a:ext uri="{FF2B5EF4-FFF2-40B4-BE49-F238E27FC236}">
                <a16:creationId xmlns:a16="http://schemas.microsoft.com/office/drawing/2014/main" id="{A830B766-751D-4EF2-AC0D-6F70F6482C79}"/>
              </a:ext>
            </a:extLst>
          </p:cNvPr>
          <p:cNvSpPr txBox="1"/>
          <p:nvPr/>
        </p:nvSpPr>
        <p:spPr>
          <a:xfrm>
            <a:off x="321864" y="1260314"/>
            <a:ext cx="11595339" cy="584775"/>
          </a:xfrm>
          <a:prstGeom prst="rect">
            <a:avLst/>
          </a:prstGeom>
          <a:noFill/>
        </p:spPr>
        <p:txBody>
          <a:bodyPr wrap="square" rtlCol="0">
            <a:spAutoFit/>
          </a:bodyPr>
          <a:lstStyle/>
          <a:p>
            <a:r>
              <a:rPr lang="ko-KR" altLang="en-US" sz="1600" b="1" dirty="0"/>
              <a:t>게임을 한 줄로 소개하기</a:t>
            </a:r>
            <a:r>
              <a:rPr lang="ko-KR" altLang="en-US" sz="1600" dirty="0"/>
              <a:t> </a:t>
            </a:r>
            <a:r>
              <a:rPr lang="en-US" altLang="ko-KR" sz="1600" dirty="0"/>
              <a:t>: </a:t>
            </a:r>
            <a:r>
              <a:rPr lang="ko-KR" altLang="en-US" sz="1600" dirty="0"/>
              <a:t>저택을 돌아다니면서 수집 할 수 있는 물건들로 퍼즐들을 풀고 앵무새가 주는 수수께끼를 힌트로 찾아내 저택에 얽힌 이야기를 알아내고 사건을 해결해 나가며 저택을 탈출하라 </a:t>
            </a:r>
            <a:endParaRPr lang="en-US" altLang="ko-KR" sz="1200" dirty="0"/>
          </a:p>
        </p:txBody>
      </p:sp>
      <p:sp>
        <p:nvSpPr>
          <p:cNvPr id="4" name="TextBox 3">
            <a:extLst>
              <a:ext uri="{FF2B5EF4-FFF2-40B4-BE49-F238E27FC236}">
                <a16:creationId xmlns:a16="http://schemas.microsoft.com/office/drawing/2014/main" id="{81175DBD-C652-4811-B203-85316C065FCD}"/>
              </a:ext>
            </a:extLst>
          </p:cNvPr>
          <p:cNvSpPr txBox="1"/>
          <p:nvPr/>
        </p:nvSpPr>
        <p:spPr>
          <a:xfrm>
            <a:off x="440276" y="2421467"/>
            <a:ext cx="2874424" cy="369332"/>
          </a:xfrm>
          <a:prstGeom prst="rect">
            <a:avLst/>
          </a:prstGeom>
          <a:noFill/>
        </p:spPr>
        <p:txBody>
          <a:bodyPr wrap="square" rtlCol="0">
            <a:spAutoFit/>
          </a:bodyPr>
          <a:lstStyle/>
          <a:p>
            <a:r>
              <a:rPr lang="en-US" altLang="ko-KR" dirty="0"/>
              <a:t>&lt;</a:t>
            </a:r>
            <a:r>
              <a:rPr lang="ko-KR" altLang="en-US" dirty="0"/>
              <a:t>유사한 배경의 게임</a:t>
            </a:r>
            <a:r>
              <a:rPr lang="en-US" altLang="ko-KR" dirty="0"/>
              <a:t>&gt;</a:t>
            </a:r>
            <a:endParaRPr lang="ko-KR" altLang="en-US" dirty="0"/>
          </a:p>
        </p:txBody>
      </p:sp>
      <p:pic>
        <p:nvPicPr>
          <p:cNvPr id="6" name="그림 5">
            <a:extLst>
              <a:ext uri="{FF2B5EF4-FFF2-40B4-BE49-F238E27FC236}">
                <a16:creationId xmlns:a16="http://schemas.microsoft.com/office/drawing/2014/main" id="{AF9BB2F4-2E72-42DB-84A2-04FC588045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276" y="3091101"/>
            <a:ext cx="3995577" cy="2873666"/>
          </a:xfrm>
          <a:prstGeom prst="rect">
            <a:avLst/>
          </a:prstGeom>
        </p:spPr>
      </p:pic>
      <p:sp>
        <p:nvSpPr>
          <p:cNvPr id="8" name="TextBox 7">
            <a:extLst>
              <a:ext uri="{FF2B5EF4-FFF2-40B4-BE49-F238E27FC236}">
                <a16:creationId xmlns:a16="http://schemas.microsoft.com/office/drawing/2014/main" id="{9B124338-0AA9-42F8-8220-E6A61719A946}"/>
              </a:ext>
            </a:extLst>
          </p:cNvPr>
          <p:cNvSpPr txBox="1"/>
          <p:nvPr/>
        </p:nvSpPr>
        <p:spPr>
          <a:xfrm>
            <a:off x="440276" y="6153335"/>
            <a:ext cx="1704038" cy="369332"/>
          </a:xfrm>
          <a:prstGeom prst="rect">
            <a:avLst/>
          </a:prstGeom>
          <a:noFill/>
        </p:spPr>
        <p:txBody>
          <a:bodyPr wrap="square" rtlCol="0">
            <a:spAutoFit/>
          </a:bodyPr>
          <a:lstStyle/>
          <a:p>
            <a:r>
              <a:rPr lang="ko-KR" altLang="en-US" dirty="0"/>
              <a:t>마녀의 집</a:t>
            </a:r>
            <a:endParaRPr lang="en-US" altLang="ko-KR" dirty="0"/>
          </a:p>
        </p:txBody>
      </p:sp>
      <p:sp>
        <p:nvSpPr>
          <p:cNvPr id="10" name="TextBox 9">
            <a:extLst>
              <a:ext uri="{FF2B5EF4-FFF2-40B4-BE49-F238E27FC236}">
                <a16:creationId xmlns:a16="http://schemas.microsoft.com/office/drawing/2014/main" id="{BE3861EB-4649-47F5-90ED-CE2A97D6B492}"/>
              </a:ext>
            </a:extLst>
          </p:cNvPr>
          <p:cNvSpPr txBox="1"/>
          <p:nvPr/>
        </p:nvSpPr>
        <p:spPr>
          <a:xfrm>
            <a:off x="5209257" y="3330714"/>
            <a:ext cx="6485457" cy="1754326"/>
          </a:xfrm>
          <a:prstGeom prst="rect">
            <a:avLst/>
          </a:prstGeom>
          <a:noFill/>
        </p:spPr>
        <p:txBody>
          <a:bodyPr wrap="square" rtlCol="0">
            <a:spAutoFit/>
          </a:bodyPr>
          <a:lstStyle/>
          <a:p>
            <a:r>
              <a:rPr lang="ko-KR" altLang="en-US" b="1" dirty="0"/>
              <a:t>유사한 게임으로 선정한 이유</a:t>
            </a:r>
            <a:r>
              <a:rPr lang="ko-KR" altLang="en-US" dirty="0"/>
              <a:t> </a:t>
            </a:r>
            <a:r>
              <a:rPr lang="en-US" altLang="ko-KR" dirty="0"/>
              <a:t>: </a:t>
            </a:r>
            <a:r>
              <a:rPr lang="ko-KR" altLang="en-US" dirty="0"/>
              <a:t>저택을 돌아다니면서 퍼즐을 풀고 저택을 벗어나면서 스토리를 진행 시키는 점에서 게임의 주요 시스템이 저택을 탐험하면서 수집하는 물건들로 퍼즐을 해결하고 앵무새가 주는 힌트들을 토대로 진실을 밝혀내며 저택을 탈출하는 컨셉이 마녀의 집과 비슷해서 유사한 게임으로 마녀의 집을 선정하게 되었습니다</a:t>
            </a:r>
            <a:r>
              <a:rPr lang="en-US" altLang="ko-KR" dirty="0"/>
              <a:t>.</a:t>
            </a:r>
            <a:endParaRPr lang="ko-KR" altLang="en-US" dirty="0"/>
          </a:p>
        </p:txBody>
      </p:sp>
    </p:spTree>
    <p:extLst>
      <p:ext uri="{BB962C8B-B14F-4D97-AF65-F5344CB8AC3E}">
        <p14:creationId xmlns:p14="http://schemas.microsoft.com/office/powerpoint/2010/main" val="3741138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CBD6B-C6AA-7B33-C123-5F7C38708518}"/>
            </a:ext>
          </a:extLst>
        </p:cNvPr>
        <p:cNvGrpSpPr/>
        <p:nvPr/>
      </p:nvGrpSpPr>
      <p:grpSpPr>
        <a:xfrm>
          <a:off x="0" y="0"/>
          <a:ext cx="0" cy="0"/>
          <a:chOff x="0" y="0"/>
          <a:chExt cx="0" cy="0"/>
        </a:xfrm>
      </p:grpSpPr>
      <p:sp>
        <p:nvSpPr>
          <p:cNvPr id="9" name="사각형: 둥근 위쪽 모서리 8">
            <a:extLst>
              <a:ext uri="{FF2B5EF4-FFF2-40B4-BE49-F238E27FC236}">
                <a16:creationId xmlns:a16="http://schemas.microsoft.com/office/drawing/2014/main" id="{FDBE7DDB-CA26-C6A4-C68B-26BA95092C0E}"/>
              </a:ext>
            </a:extLst>
          </p:cNvPr>
          <p:cNvSpPr/>
          <p:nvPr/>
        </p:nvSpPr>
        <p:spPr>
          <a:xfrm rot="5400000">
            <a:off x="-150274" y="149768"/>
            <a:ext cx="1181101" cy="881570"/>
          </a:xfrm>
          <a:custGeom>
            <a:avLst/>
            <a:gdLst>
              <a:gd name="connsiteX0" fmla="*/ 433388 w 866776"/>
              <a:gd name="connsiteY0" fmla="*/ 0 h 881570"/>
              <a:gd name="connsiteX1" fmla="*/ 433388 w 866776"/>
              <a:gd name="connsiteY1" fmla="*/ 0 h 881570"/>
              <a:gd name="connsiteX2" fmla="*/ 866776 w 866776"/>
              <a:gd name="connsiteY2" fmla="*/ 433388 h 881570"/>
              <a:gd name="connsiteX3" fmla="*/ 866776 w 866776"/>
              <a:gd name="connsiteY3" fmla="*/ 881570 h 881570"/>
              <a:gd name="connsiteX4" fmla="*/ 866776 w 866776"/>
              <a:gd name="connsiteY4" fmla="*/ 881570 h 881570"/>
              <a:gd name="connsiteX5" fmla="*/ 0 w 866776"/>
              <a:gd name="connsiteY5" fmla="*/ 881570 h 881570"/>
              <a:gd name="connsiteX6" fmla="*/ 0 w 866776"/>
              <a:gd name="connsiteY6" fmla="*/ 881570 h 881570"/>
              <a:gd name="connsiteX7" fmla="*/ 0 w 866776"/>
              <a:gd name="connsiteY7" fmla="*/ 433388 h 881570"/>
              <a:gd name="connsiteX8" fmla="*/ 433388 w 866776"/>
              <a:gd name="connsiteY8" fmla="*/ 0 h 881570"/>
              <a:gd name="connsiteX0" fmla="*/ 433388 w 1171576"/>
              <a:gd name="connsiteY0" fmla="*/ 0 h 881570"/>
              <a:gd name="connsiteX1" fmla="*/ 433388 w 1171576"/>
              <a:gd name="connsiteY1" fmla="*/ 0 h 881570"/>
              <a:gd name="connsiteX2" fmla="*/ 866776 w 1171576"/>
              <a:gd name="connsiteY2" fmla="*/ 433388 h 881570"/>
              <a:gd name="connsiteX3" fmla="*/ 866776 w 1171576"/>
              <a:gd name="connsiteY3" fmla="*/ 881570 h 881570"/>
              <a:gd name="connsiteX4" fmla="*/ 1171576 w 1171576"/>
              <a:gd name="connsiteY4" fmla="*/ 881570 h 881570"/>
              <a:gd name="connsiteX5" fmla="*/ 0 w 1171576"/>
              <a:gd name="connsiteY5" fmla="*/ 881570 h 881570"/>
              <a:gd name="connsiteX6" fmla="*/ 0 w 1171576"/>
              <a:gd name="connsiteY6" fmla="*/ 881570 h 881570"/>
              <a:gd name="connsiteX7" fmla="*/ 0 w 1171576"/>
              <a:gd name="connsiteY7" fmla="*/ 433388 h 881570"/>
              <a:gd name="connsiteX8" fmla="*/ 433388 w 1171576"/>
              <a:gd name="connsiteY8" fmla="*/ 0 h 881570"/>
              <a:gd name="connsiteX0" fmla="*/ 433388 w 1181101"/>
              <a:gd name="connsiteY0" fmla="*/ 0 h 881570"/>
              <a:gd name="connsiteX1" fmla="*/ 433388 w 1181101"/>
              <a:gd name="connsiteY1" fmla="*/ 0 h 881570"/>
              <a:gd name="connsiteX2" fmla="*/ 866776 w 1181101"/>
              <a:gd name="connsiteY2" fmla="*/ 433388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866776 w 1181101"/>
              <a:gd name="connsiteY2" fmla="*/ 433388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900117 w 1181101"/>
              <a:gd name="connsiteY2" fmla="*/ 438151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900117 w 1181101"/>
              <a:gd name="connsiteY2" fmla="*/ 438151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1101" h="881570">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75250">
                <a:srgbClr val="9CF0BD">
                  <a:alpha val="30000"/>
                </a:srgbClr>
              </a:gs>
              <a:gs pos="16000">
                <a:srgbClr val="98F0BB">
                  <a:alpha val="30000"/>
                </a:srgbClr>
              </a:gs>
              <a:gs pos="0">
                <a:srgbClr val="A9F2C5">
                  <a:alpha val="0"/>
                </a:srgbClr>
              </a:gs>
              <a:gs pos="100000">
                <a:srgbClr val="A9F2C5">
                  <a:alpha val="0"/>
                </a:srgbClr>
              </a:gs>
              <a:gs pos="36000">
                <a:srgbClr val="8EEEB5"/>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nvGrpSpPr>
          <p:cNvPr id="2" name="그룹 1">
            <a:extLst>
              <a:ext uri="{FF2B5EF4-FFF2-40B4-BE49-F238E27FC236}">
                <a16:creationId xmlns:a16="http://schemas.microsoft.com/office/drawing/2014/main" id="{08E2B5E3-CA57-74A1-7B99-5C2506F28866}"/>
              </a:ext>
            </a:extLst>
          </p:cNvPr>
          <p:cNvGrpSpPr/>
          <p:nvPr/>
        </p:nvGrpSpPr>
        <p:grpSpPr>
          <a:xfrm>
            <a:off x="9748971" y="4814962"/>
            <a:ext cx="2797762" cy="2335138"/>
            <a:chOff x="-219662" y="72172"/>
            <a:chExt cx="8130197" cy="6785828"/>
          </a:xfrm>
        </p:grpSpPr>
        <p:sp>
          <p:nvSpPr>
            <p:cNvPr id="7" name="자유형: 도형 6">
              <a:extLst>
                <a:ext uri="{FF2B5EF4-FFF2-40B4-BE49-F238E27FC236}">
                  <a16:creationId xmlns:a16="http://schemas.microsoft.com/office/drawing/2014/main" id="{E96E7F89-9983-D89C-F3C0-9E552D22BF9A}"/>
                </a:ext>
              </a:extLst>
            </p:cNvPr>
            <p:cNvSpPr/>
            <p:nvPr/>
          </p:nvSpPr>
          <p:spPr>
            <a:xfrm>
              <a:off x="-219662" y="3305139"/>
              <a:ext cx="4951874" cy="3552861"/>
            </a:xfrm>
            <a:custGeom>
              <a:avLst/>
              <a:gdLst>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951874"/>
                <a:gd name="connsiteY0" fmla="*/ 196474 h 3552860"/>
                <a:gd name="connsiteX1" fmla="*/ 4819426 w 4951874"/>
                <a:gd name="connsiteY1" fmla="*/ 454658 h 3552860"/>
                <a:gd name="connsiteX2" fmla="*/ 0 w 4951874"/>
                <a:gd name="connsiteY2" fmla="*/ 3552860 h 3552860"/>
              </a:gdLst>
              <a:ahLst/>
              <a:cxnLst>
                <a:cxn ang="0">
                  <a:pos x="connsiteX0" y="connsiteY0"/>
                </a:cxn>
                <a:cxn ang="0">
                  <a:pos x="connsiteX1" y="connsiteY1"/>
                </a:cxn>
                <a:cxn ang="0">
                  <a:pos x="connsiteX2" y="connsiteY2"/>
                </a:cxn>
              </a:cxnLst>
              <a:rect l="l" t="t" r="r" b="b"/>
              <a:pathLst>
                <a:path w="4951874" h="3552860">
                  <a:moveTo>
                    <a:pt x="3205779" y="196474"/>
                  </a:moveTo>
                  <a:cubicBezTo>
                    <a:pt x="4161416" y="-93983"/>
                    <a:pt x="5353722" y="-104740"/>
                    <a:pt x="4819426" y="454658"/>
                  </a:cubicBezTo>
                  <a:cubicBezTo>
                    <a:pt x="4285130" y="1014056"/>
                    <a:pt x="2594386" y="2584671"/>
                    <a:pt x="0" y="3552860"/>
                  </a:cubicBezTo>
                </a:path>
              </a:pathLst>
            </a:custGeom>
            <a:noFill/>
            <a:ln w="596900" cap="rnd">
              <a:gradFill flip="none" rotWithShape="1">
                <a:gsLst>
                  <a:gs pos="20000">
                    <a:srgbClr val="E1F7EA">
                      <a:alpha val="0"/>
                    </a:srgbClr>
                  </a:gs>
                  <a:gs pos="95000">
                    <a:srgbClr val="A9F2C5">
                      <a:alpha val="0"/>
                    </a:srgbClr>
                  </a:gs>
                  <a:gs pos="63000">
                    <a:srgbClr val="8EEEB5"/>
                  </a:gs>
                </a:gsLst>
                <a:lin ang="156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1" name="자유형: 도형 10">
              <a:extLst>
                <a:ext uri="{FF2B5EF4-FFF2-40B4-BE49-F238E27FC236}">
                  <a16:creationId xmlns:a16="http://schemas.microsoft.com/office/drawing/2014/main" id="{007CED34-AD08-2455-001F-E6D28AB70162}"/>
                </a:ext>
              </a:extLst>
            </p:cNvPr>
            <p:cNvSpPr/>
            <p:nvPr/>
          </p:nvSpPr>
          <p:spPr>
            <a:xfrm flipH="1" flipV="1">
              <a:off x="2958661" y="72172"/>
              <a:ext cx="4951874" cy="3552861"/>
            </a:xfrm>
            <a:custGeom>
              <a:avLst/>
              <a:gdLst>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951874"/>
                <a:gd name="connsiteY0" fmla="*/ 196474 h 3552860"/>
                <a:gd name="connsiteX1" fmla="*/ 4819426 w 4951874"/>
                <a:gd name="connsiteY1" fmla="*/ 454658 h 3552860"/>
                <a:gd name="connsiteX2" fmla="*/ 0 w 4951874"/>
                <a:gd name="connsiteY2" fmla="*/ 3552860 h 3552860"/>
              </a:gdLst>
              <a:ahLst/>
              <a:cxnLst>
                <a:cxn ang="0">
                  <a:pos x="connsiteX0" y="connsiteY0"/>
                </a:cxn>
                <a:cxn ang="0">
                  <a:pos x="connsiteX1" y="connsiteY1"/>
                </a:cxn>
                <a:cxn ang="0">
                  <a:pos x="connsiteX2" y="connsiteY2"/>
                </a:cxn>
              </a:cxnLst>
              <a:rect l="l" t="t" r="r" b="b"/>
              <a:pathLst>
                <a:path w="4951874" h="3552860">
                  <a:moveTo>
                    <a:pt x="3205779" y="196474"/>
                  </a:moveTo>
                  <a:cubicBezTo>
                    <a:pt x="4161416" y="-93983"/>
                    <a:pt x="5353722" y="-104740"/>
                    <a:pt x="4819426" y="454658"/>
                  </a:cubicBezTo>
                  <a:cubicBezTo>
                    <a:pt x="4285130" y="1014056"/>
                    <a:pt x="2594386" y="2584671"/>
                    <a:pt x="0" y="3552860"/>
                  </a:cubicBezTo>
                </a:path>
              </a:pathLst>
            </a:custGeom>
            <a:noFill/>
            <a:ln w="596900" cap="rnd">
              <a:gradFill flip="none" rotWithShape="1">
                <a:gsLst>
                  <a:gs pos="14000">
                    <a:srgbClr val="E1F7EA">
                      <a:alpha val="39000"/>
                    </a:srgbClr>
                  </a:gs>
                  <a:gs pos="69000">
                    <a:srgbClr val="A9F2C5">
                      <a:alpha val="0"/>
                    </a:srgbClr>
                  </a:gs>
                  <a:gs pos="56000">
                    <a:srgbClr val="8EEEB5">
                      <a:alpha val="36000"/>
                    </a:srgbClr>
                  </a:gs>
                </a:gsLst>
                <a:lin ang="156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 name="사각형: 둥근 모서리 2">
            <a:extLst>
              <a:ext uri="{FF2B5EF4-FFF2-40B4-BE49-F238E27FC236}">
                <a16:creationId xmlns:a16="http://schemas.microsoft.com/office/drawing/2014/main" id="{59E8231C-3F3F-62FB-380B-03E3647CA4C2}"/>
              </a:ext>
            </a:extLst>
          </p:cNvPr>
          <p:cNvSpPr/>
          <p:nvPr/>
        </p:nvSpPr>
        <p:spPr>
          <a:xfrm>
            <a:off x="209548" y="195355"/>
            <a:ext cx="11707655" cy="461982"/>
          </a:xfrm>
          <a:prstGeom prst="roundRect">
            <a:avLst>
              <a:gd name="adj" fmla="val 18062"/>
            </a:avLst>
          </a:prstGeom>
          <a:solidFill>
            <a:schemeClr val="bg1"/>
          </a:solidFill>
          <a:ln w="9525">
            <a:noFill/>
          </a:ln>
          <a:effectLst>
            <a:outerShdw blurRad="114300" dist="76200" dir="2700000" algn="tl" rotWithShape="0">
              <a:srgbClr val="008375">
                <a:alpha val="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0975" marR="0" lvl="0" indent="0" algn="l" defTabSz="914400" rtl="0" eaLnBrk="1" fontAlgn="auto" latinLnBrk="0" hangingPunct="1">
              <a:lnSpc>
                <a:spcPct val="100000"/>
              </a:lnSpc>
              <a:spcBef>
                <a:spcPts val="0"/>
              </a:spcBef>
              <a:spcAft>
                <a:spcPts val="0"/>
              </a:spcAft>
              <a:buClrTx/>
              <a:buSzTx/>
              <a:buFontTx/>
              <a:buNone/>
              <a:tabLst>
                <a:tab pos="2603500" algn="l"/>
              </a:tabLst>
              <a:defRPr/>
            </a:pPr>
            <a:r>
              <a:rPr kumimoji="0" lang="ko-KR" altLang="en-US" sz="1600" b="1" i="0" u="none" strike="noStrike" kern="1200" cap="none" spc="0" normalizeH="0" baseline="0" noProof="0" dirty="0">
                <a:ln>
                  <a:noFill/>
                </a:ln>
                <a:solidFill>
                  <a:srgbClr val="008375"/>
                </a:solidFill>
                <a:effectLst/>
                <a:uLnTx/>
                <a:uFillTx/>
                <a:latin typeface="맑은 고딕" panose="020F0502020204030204"/>
                <a:ea typeface="맑은 고딕" panose="020B0503020000020004" pitchFamily="50" charset="-127"/>
                <a:cs typeface="+mn-cs"/>
              </a:rPr>
              <a:t>컨셉 스케치 </a:t>
            </a:r>
          </a:p>
        </p:txBody>
      </p:sp>
      <p:sp>
        <p:nvSpPr>
          <p:cNvPr id="20" name="TextBox 19">
            <a:extLst>
              <a:ext uri="{FF2B5EF4-FFF2-40B4-BE49-F238E27FC236}">
                <a16:creationId xmlns:a16="http://schemas.microsoft.com/office/drawing/2014/main" id="{A830B766-751D-4EF2-AC0D-6F70F6482C79}"/>
              </a:ext>
            </a:extLst>
          </p:cNvPr>
          <p:cNvSpPr txBox="1"/>
          <p:nvPr/>
        </p:nvSpPr>
        <p:spPr>
          <a:xfrm>
            <a:off x="321864" y="1260314"/>
            <a:ext cx="11595339" cy="1446550"/>
          </a:xfrm>
          <a:prstGeom prst="rect">
            <a:avLst/>
          </a:prstGeom>
          <a:noFill/>
        </p:spPr>
        <p:txBody>
          <a:bodyPr wrap="square" rtlCol="0">
            <a:spAutoFit/>
          </a:bodyPr>
          <a:lstStyle/>
          <a:p>
            <a:r>
              <a:rPr lang="ko-KR" altLang="en-US" sz="1600" b="1" dirty="0"/>
              <a:t>핵심 경험 정의 </a:t>
            </a:r>
            <a:r>
              <a:rPr lang="en-US" altLang="ko-KR" sz="1600" b="1" dirty="0"/>
              <a:t>: </a:t>
            </a:r>
            <a:r>
              <a:rPr lang="ko-KR" altLang="en-US" sz="1600" dirty="0"/>
              <a:t>유사 게임을 </a:t>
            </a:r>
            <a:r>
              <a:rPr lang="en-US" altLang="ko-KR" sz="1600" dirty="0"/>
              <a:t>'</a:t>
            </a:r>
            <a:r>
              <a:rPr lang="ko-KR" altLang="en-US" sz="1600" dirty="0"/>
              <a:t>마녀의 집</a:t>
            </a:r>
            <a:r>
              <a:rPr lang="en-US" altLang="ko-KR" sz="1600" dirty="0"/>
              <a:t>'</a:t>
            </a:r>
            <a:r>
              <a:rPr lang="ko-KR" altLang="en-US" sz="1600" dirty="0"/>
              <a:t>으로 참고한 만큼</a:t>
            </a:r>
            <a:r>
              <a:rPr lang="en-US" altLang="ko-KR" sz="1600" dirty="0"/>
              <a:t>, </a:t>
            </a:r>
            <a:r>
              <a:rPr lang="ko-KR" altLang="en-US" sz="1600" dirty="0"/>
              <a:t>주인공은 갑자기 저택에서 눈을 뜹니다</a:t>
            </a:r>
            <a:r>
              <a:rPr lang="en-US" altLang="ko-KR" sz="1600" dirty="0"/>
              <a:t>. </a:t>
            </a:r>
            <a:r>
              <a:rPr lang="ko-KR" altLang="en-US" sz="1600" dirty="0"/>
              <a:t>저택을 탈출하기 위해 마련된 퍼즐들을 풀며 자신이 </a:t>
            </a:r>
            <a:r>
              <a:rPr lang="ko-KR" altLang="en-US" sz="1600" b="1" dirty="0"/>
              <a:t>갇힌</a:t>
            </a:r>
            <a:r>
              <a:rPr lang="ko-KR" altLang="en-US" sz="1600" dirty="0"/>
              <a:t> 이유에 대한 단서를 찾고</a:t>
            </a:r>
            <a:r>
              <a:rPr lang="en-US" altLang="ko-KR" sz="1600" dirty="0"/>
              <a:t>, </a:t>
            </a:r>
            <a:r>
              <a:rPr lang="ko-KR" altLang="en-US" sz="1600" dirty="0"/>
              <a:t>저택의 수수께끼를 해결하는 경험을 하게 됩니다</a:t>
            </a:r>
            <a:r>
              <a:rPr lang="en-US" altLang="ko-KR" sz="1600" dirty="0"/>
              <a:t>. </a:t>
            </a:r>
            <a:r>
              <a:rPr lang="ko-KR" altLang="en-US" sz="1600" dirty="0"/>
              <a:t>그 과정에서 유저는 스토리를 따라가며 주인공이 저택에 </a:t>
            </a:r>
            <a:r>
              <a:rPr lang="ko-KR" altLang="en-US" sz="1600" b="1" dirty="0"/>
              <a:t>갇히게 된</a:t>
            </a:r>
            <a:r>
              <a:rPr lang="ko-KR" altLang="en-US" sz="1600" dirty="0"/>
              <a:t> 이유를 파악하고 궁금증을 해소할 수 있습니다</a:t>
            </a:r>
            <a:r>
              <a:rPr lang="en-US" altLang="ko-KR" sz="1600" dirty="0"/>
              <a:t>. </a:t>
            </a:r>
            <a:r>
              <a:rPr lang="ko-KR" altLang="en-US" sz="1600" dirty="0"/>
              <a:t>또한</a:t>
            </a:r>
            <a:r>
              <a:rPr lang="en-US" altLang="ko-KR" sz="1600" dirty="0"/>
              <a:t>, </a:t>
            </a:r>
            <a:r>
              <a:rPr lang="ko-KR" altLang="en-US" sz="1600" dirty="0"/>
              <a:t>앵무새가 제시하는 수수께끼를 토대로 진실을 밝혀 냈을 때 성취감을 줄 수 있습니다</a:t>
            </a:r>
            <a:r>
              <a:rPr lang="en-US" altLang="ko-KR" sz="1600" dirty="0"/>
              <a:t>.</a:t>
            </a:r>
          </a:p>
          <a:p>
            <a:endParaRPr lang="en-US" altLang="ko-KR" sz="1200" dirty="0"/>
          </a:p>
          <a:p>
            <a:r>
              <a:rPr lang="ko-KR" altLang="en-US" sz="1200" dirty="0"/>
              <a:t>           </a:t>
            </a:r>
            <a:endParaRPr lang="en-US" altLang="ko-KR" sz="1200" dirty="0"/>
          </a:p>
        </p:txBody>
      </p:sp>
      <p:sp>
        <p:nvSpPr>
          <p:cNvPr id="4" name="TextBox 3">
            <a:extLst>
              <a:ext uri="{FF2B5EF4-FFF2-40B4-BE49-F238E27FC236}">
                <a16:creationId xmlns:a16="http://schemas.microsoft.com/office/drawing/2014/main" id="{81175DBD-C652-4811-B203-85316C065FCD}"/>
              </a:ext>
            </a:extLst>
          </p:cNvPr>
          <p:cNvSpPr txBox="1"/>
          <p:nvPr/>
        </p:nvSpPr>
        <p:spPr>
          <a:xfrm>
            <a:off x="321864" y="2488264"/>
            <a:ext cx="10024403" cy="369332"/>
          </a:xfrm>
          <a:prstGeom prst="rect">
            <a:avLst/>
          </a:prstGeom>
          <a:noFill/>
        </p:spPr>
        <p:txBody>
          <a:bodyPr wrap="square" rtlCol="0">
            <a:spAutoFit/>
          </a:bodyPr>
          <a:lstStyle/>
          <a:p>
            <a:r>
              <a:rPr lang="en-US" altLang="ko-KR" dirty="0"/>
              <a:t>&lt;</a:t>
            </a:r>
            <a:r>
              <a:rPr lang="ko-KR" altLang="en-US" dirty="0"/>
              <a:t>유저가 얻은 증거들로 스토리를 진행하는 게임 </a:t>
            </a:r>
            <a:r>
              <a:rPr lang="en-US" altLang="ko-KR" dirty="0"/>
              <a:t>&gt;</a:t>
            </a:r>
            <a:endParaRPr lang="ko-KR" altLang="en-US" dirty="0"/>
          </a:p>
        </p:txBody>
      </p:sp>
      <p:pic>
        <p:nvPicPr>
          <p:cNvPr id="6" name="그림 5">
            <a:extLst>
              <a:ext uri="{FF2B5EF4-FFF2-40B4-BE49-F238E27FC236}">
                <a16:creationId xmlns:a16="http://schemas.microsoft.com/office/drawing/2014/main" id="{EB5744A7-A580-4812-8633-5FB74A8F899A}"/>
              </a:ext>
            </a:extLst>
          </p:cNvPr>
          <p:cNvPicPr>
            <a:picLocks noChangeAspect="1"/>
          </p:cNvPicPr>
          <p:nvPr/>
        </p:nvPicPr>
        <p:blipFill>
          <a:blip r:embed="rId2"/>
          <a:stretch>
            <a:fillRect/>
          </a:stretch>
        </p:blipFill>
        <p:spPr>
          <a:xfrm>
            <a:off x="321864" y="3032295"/>
            <a:ext cx="5568854" cy="4549717"/>
          </a:xfrm>
          <a:prstGeom prst="rect">
            <a:avLst/>
          </a:prstGeom>
        </p:spPr>
      </p:pic>
      <p:sp>
        <p:nvSpPr>
          <p:cNvPr id="13" name="TextBox 12">
            <a:extLst>
              <a:ext uri="{FF2B5EF4-FFF2-40B4-BE49-F238E27FC236}">
                <a16:creationId xmlns:a16="http://schemas.microsoft.com/office/drawing/2014/main" id="{ADEB565D-6962-483B-8D14-9778C67EE3E0}"/>
              </a:ext>
            </a:extLst>
          </p:cNvPr>
          <p:cNvSpPr txBox="1"/>
          <p:nvPr/>
        </p:nvSpPr>
        <p:spPr>
          <a:xfrm>
            <a:off x="6448425" y="3147626"/>
            <a:ext cx="5421711" cy="2585323"/>
          </a:xfrm>
          <a:prstGeom prst="rect">
            <a:avLst/>
          </a:prstGeom>
          <a:noFill/>
        </p:spPr>
        <p:txBody>
          <a:bodyPr wrap="square" rtlCol="0">
            <a:spAutoFit/>
          </a:bodyPr>
          <a:lstStyle/>
          <a:p>
            <a:r>
              <a:rPr lang="en-US" altLang="ko-KR" dirty="0"/>
              <a:t>7 DAYS END WITH YOU</a:t>
            </a:r>
          </a:p>
          <a:p>
            <a:endParaRPr lang="en-US" altLang="ko-KR" dirty="0"/>
          </a:p>
          <a:p>
            <a:r>
              <a:rPr lang="ko-KR" altLang="en-US" dirty="0"/>
              <a:t>유저는 여성의 말을 알아 들을 수 없는 상태로 클릭으로 오브젝트들을 가리켜 그녀가 하는 말들을 번역하여 그 번역한 단어를 증거로 스토리를 진행하게 된다</a:t>
            </a:r>
            <a:r>
              <a:rPr lang="en-US" altLang="ko-KR" dirty="0"/>
              <a:t>. </a:t>
            </a:r>
            <a:r>
              <a:rPr lang="ko-KR" altLang="en-US" dirty="0"/>
              <a:t>때문에 개발 중인 게임과 스토리 진행에 있어 유사</a:t>
            </a:r>
            <a:endParaRPr lang="en-US" altLang="ko-KR" dirty="0"/>
          </a:p>
          <a:p>
            <a:endParaRPr lang="en-US" altLang="ko-KR" dirty="0"/>
          </a:p>
          <a:p>
            <a:endParaRPr lang="ko-KR" altLang="en-US" dirty="0"/>
          </a:p>
        </p:txBody>
      </p:sp>
    </p:spTree>
    <p:extLst>
      <p:ext uri="{BB962C8B-B14F-4D97-AF65-F5344CB8AC3E}">
        <p14:creationId xmlns:p14="http://schemas.microsoft.com/office/powerpoint/2010/main" val="387434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CBD6B-C6AA-7B33-C123-5F7C38708518}"/>
            </a:ext>
          </a:extLst>
        </p:cNvPr>
        <p:cNvGrpSpPr/>
        <p:nvPr/>
      </p:nvGrpSpPr>
      <p:grpSpPr>
        <a:xfrm>
          <a:off x="0" y="0"/>
          <a:ext cx="0" cy="0"/>
          <a:chOff x="0" y="0"/>
          <a:chExt cx="0" cy="0"/>
        </a:xfrm>
      </p:grpSpPr>
      <p:sp>
        <p:nvSpPr>
          <p:cNvPr id="9" name="사각형: 둥근 위쪽 모서리 8">
            <a:extLst>
              <a:ext uri="{FF2B5EF4-FFF2-40B4-BE49-F238E27FC236}">
                <a16:creationId xmlns:a16="http://schemas.microsoft.com/office/drawing/2014/main" id="{FDBE7DDB-CA26-C6A4-C68B-26BA95092C0E}"/>
              </a:ext>
            </a:extLst>
          </p:cNvPr>
          <p:cNvSpPr/>
          <p:nvPr/>
        </p:nvSpPr>
        <p:spPr>
          <a:xfrm rot="5400000">
            <a:off x="-150274" y="149768"/>
            <a:ext cx="1181101" cy="881570"/>
          </a:xfrm>
          <a:custGeom>
            <a:avLst/>
            <a:gdLst>
              <a:gd name="connsiteX0" fmla="*/ 433388 w 866776"/>
              <a:gd name="connsiteY0" fmla="*/ 0 h 881570"/>
              <a:gd name="connsiteX1" fmla="*/ 433388 w 866776"/>
              <a:gd name="connsiteY1" fmla="*/ 0 h 881570"/>
              <a:gd name="connsiteX2" fmla="*/ 866776 w 866776"/>
              <a:gd name="connsiteY2" fmla="*/ 433388 h 881570"/>
              <a:gd name="connsiteX3" fmla="*/ 866776 w 866776"/>
              <a:gd name="connsiteY3" fmla="*/ 881570 h 881570"/>
              <a:gd name="connsiteX4" fmla="*/ 866776 w 866776"/>
              <a:gd name="connsiteY4" fmla="*/ 881570 h 881570"/>
              <a:gd name="connsiteX5" fmla="*/ 0 w 866776"/>
              <a:gd name="connsiteY5" fmla="*/ 881570 h 881570"/>
              <a:gd name="connsiteX6" fmla="*/ 0 w 866776"/>
              <a:gd name="connsiteY6" fmla="*/ 881570 h 881570"/>
              <a:gd name="connsiteX7" fmla="*/ 0 w 866776"/>
              <a:gd name="connsiteY7" fmla="*/ 433388 h 881570"/>
              <a:gd name="connsiteX8" fmla="*/ 433388 w 866776"/>
              <a:gd name="connsiteY8" fmla="*/ 0 h 881570"/>
              <a:gd name="connsiteX0" fmla="*/ 433388 w 1171576"/>
              <a:gd name="connsiteY0" fmla="*/ 0 h 881570"/>
              <a:gd name="connsiteX1" fmla="*/ 433388 w 1171576"/>
              <a:gd name="connsiteY1" fmla="*/ 0 h 881570"/>
              <a:gd name="connsiteX2" fmla="*/ 866776 w 1171576"/>
              <a:gd name="connsiteY2" fmla="*/ 433388 h 881570"/>
              <a:gd name="connsiteX3" fmla="*/ 866776 w 1171576"/>
              <a:gd name="connsiteY3" fmla="*/ 881570 h 881570"/>
              <a:gd name="connsiteX4" fmla="*/ 1171576 w 1171576"/>
              <a:gd name="connsiteY4" fmla="*/ 881570 h 881570"/>
              <a:gd name="connsiteX5" fmla="*/ 0 w 1171576"/>
              <a:gd name="connsiteY5" fmla="*/ 881570 h 881570"/>
              <a:gd name="connsiteX6" fmla="*/ 0 w 1171576"/>
              <a:gd name="connsiteY6" fmla="*/ 881570 h 881570"/>
              <a:gd name="connsiteX7" fmla="*/ 0 w 1171576"/>
              <a:gd name="connsiteY7" fmla="*/ 433388 h 881570"/>
              <a:gd name="connsiteX8" fmla="*/ 433388 w 1171576"/>
              <a:gd name="connsiteY8" fmla="*/ 0 h 881570"/>
              <a:gd name="connsiteX0" fmla="*/ 433388 w 1181101"/>
              <a:gd name="connsiteY0" fmla="*/ 0 h 881570"/>
              <a:gd name="connsiteX1" fmla="*/ 433388 w 1181101"/>
              <a:gd name="connsiteY1" fmla="*/ 0 h 881570"/>
              <a:gd name="connsiteX2" fmla="*/ 866776 w 1181101"/>
              <a:gd name="connsiteY2" fmla="*/ 433388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866776 w 1181101"/>
              <a:gd name="connsiteY2" fmla="*/ 433388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900117 w 1181101"/>
              <a:gd name="connsiteY2" fmla="*/ 438151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900117 w 1181101"/>
              <a:gd name="connsiteY2" fmla="*/ 438151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1101" h="881570">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75250">
                <a:srgbClr val="9CF0BD">
                  <a:alpha val="30000"/>
                </a:srgbClr>
              </a:gs>
              <a:gs pos="16000">
                <a:srgbClr val="98F0BB">
                  <a:alpha val="30000"/>
                </a:srgbClr>
              </a:gs>
              <a:gs pos="0">
                <a:srgbClr val="A9F2C5">
                  <a:alpha val="0"/>
                </a:srgbClr>
              </a:gs>
              <a:gs pos="100000">
                <a:srgbClr val="A9F2C5">
                  <a:alpha val="0"/>
                </a:srgbClr>
              </a:gs>
              <a:gs pos="36000">
                <a:srgbClr val="8EEEB5"/>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nvGrpSpPr>
          <p:cNvPr id="2" name="그룹 1">
            <a:extLst>
              <a:ext uri="{FF2B5EF4-FFF2-40B4-BE49-F238E27FC236}">
                <a16:creationId xmlns:a16="http://schemas.microsoft.com/office/drawing/2014/main" id="{08E2B5E3-CA57-74A1-7B99-5C2506F28866}"/>
              </a:ext>
            </a:extLst>
          </p:cNvPr>
          <p:cNvGrpSpPr/>
          <p:nvPr/>
        </p:nvGrpSpPr>
        <p:grpSpPr>
          <a:xfrm>
            <a:off x="9748971" y="4814962"/>
            <a:ext cx="2797762" cy="2335138"/>
            <a:chOff x="-219662" y="72172"/>
            <a:chExt cx="8130197" cy="6785828"/>
          </a:xfrm>
        </p:grpSpPr>
        <p:sp>
          <p:nvSpPr>
            <p:cNvPr id="7" name="자유형: 도형 6">
              <a:extLst>
                <a:ext uri="{FF2B5EF4-FFF2-40B4-BE49-F238E27FC236}">
                  <a16:creationId xmlns:a16="http://schemas.microsoft.com/office/drawing/2014/main" id="{E96E7F89-9983-D89C-F3C0-9E552D22BF9A}"/>
                </a:ext>
              </a:extLst>
            </p:cNvPr>
            <p:cNvSpPr/>
            <p:nvPr/>
          </p:nvSpPr>
          <p:spPr>
            <a:xfrm>
              <a:off x="-219662" y="3305139"/>
              <a:ext cx="4951874" cy="3552861"/>
            </a:xfrm>
            <a:custGeom>
              <a:avLst/>
              <a:gdLst>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951874"/>
                <a:gd name="connsiteY0" fmla="*/ 196474 h 3552860"/>
                <a:gd name="connsiteX1" fmla="*/ 4819426 w 4951874"/>
                <a:gd name="connsiteY1" fmla="*/ 454658 h 3552860"/>
                <a:gd name="connsiteX2" fmla="*/ 0 w 4951874"/>
                <a:gd name="connsiteY2" fmla="*/ 3552860 h 3552860"/>
              </a:gdLst>
              <a:ahLst/>
              <a:cxnLst>
                <a:cxn ang="0">
                  <a:pos x="connsiteX0" y="connsiteY0"/>
                </a:cxn>
                <a:cxn ang="0">
                  <a:pos x="connsiteX1" y="connsiteY1"/>
                </a:cxn>
                <a:cxn ang="0">
                  <a:pos x="connsiteX2" y="connsiteY2"/>
                </a:cxn>
              </a:cxnLst>
              <a:rect l="l" t="t" r="r" b="b"/>
              <a:pathLst>
                <a:path w="4951874" h="3552860">
                  <a:moveTo>
                    <a:pt x="3205779" y="196474"/>
                  </a:moveTo>
                  <a:cubicBezTo>
                    <a:pt x="4161416" y="-93983"/>
                    <a:pt x="5353722" y="-104740"/>
                    <a:pt x="4819426" y="454658"/>
                  </a:cubicBezTo>
                  <a:cubicBezTo>
                    <a:pt x="4285130" y="1014056"/>
                    <a:pt x="2594386" y="2584671"/>
                    <a:pt x="0" y="3552860"/>
                  </a:cubicBezTo>
                </a:path>
              </a:pathLst>
            </a:custGeom>
            <a:noFill/>
            <a:ln w="596900" cap="rnd">
              <a:gradFill flip="none" rotWithShape="1">
                <a:gsLst>
                  <a:gs pos="20000">
                    <a:srgbClr val="E1F7EA">
                      <a:alpha val="0"/>
                    </a:srgbClr>
                  </a:gs>
                  <a:gs pos="95000">
                    <a:srgbClr val="A9F2C5">
                      <a:alpha val="0"/>
                    </a:srgbClr>
                  </a:gs>
                  <a:gs pos="63000">
                    <a:srgbClr val="8EEEB5"/>
                  </a:gs>
                </a:gsLst>
                <a:lin ang="156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1" name="자유형: 도형 10">
              <a:extLst>
                <a:ext uri="{FF2B5EF4-FFF2-40B4-BE49-F238E27FC236}">
                  <a16:creationId xmlns:a16="http://schemas.microsoft.com/office/drawing/2014/main" id="{007CED34-AD08-2455-001F-E6D28AB70162}"/>
                </a:ext>
              </a:extLst>
            </p:cNvPr>
            <p:cNvSpPr/>
            <p:nvPr/>
          </p:nvSpPr>
          <p:spPr>
            <a:xfrm flipH="1" flipV="1">
              <a:off x="2958661" y="72172"/>
              <a:ext cx="4951874" cy="3552861"/>
            </a:xfrm>
            <a:custGeom>
              <a:avLst/>
              <a:gdLst>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951874"/>
                <a:gd name="connsiteY0" fmla="*/ 196474 h 3552860"/>
                <a:gd name="connsiteX1" fmla="*/ 4819426 w 4951874"/>
                <a:gd name="connsiteY1" fmla="*/ 454658 h 3552860"/>
                <a:gd name="connsiteX2" fmla="*/ 0 w 4951874"/>
                <a:gd name="connsiteY2" fmla="*/ 3552860 h 3552860"/>
              </a:gdLst>
              <a:ahLst/>
              <a:cxnLst>
                <a:cxn ang="0">
                  <a:pos x="connsiteX0" y="connsiteY0"/>
                </a:cxn>
                <a:cxn ang="0">
                  <a:pos x="connsiteX1" y="connsiteY1"/>
                </a:cxn>
                <a:cxn ang="0">
                  <a:pos x="connsiteX2" y="connsiteY2"/>
                </a:cxn>
              </a:cxnLst>
              <a:rect l="l" t="t" r="r" b="b"/>
              <a:pathLst>
                <a:path w="4951874" h="3552860">
                  <a:moveTo>
                    <a:pt x="3205779" y="196474"/>
                  </a:moveTo>
                  <a:cubicBezTo>
                    <a:pt x="4161416" y="-93983"/>
                    <a:pt x="5353722" y="-104740"/>
                    <a:pt x="4819426" y="454658"/>
                  </a:cubicBezTo>
                  <a:cubicBezTo>
                    <a:pt x="4285130" y="1014056"/>
                    <a:pt x="2594386" y="2584671"/>
                    <a:pt x="0" y="3552860"/>
                  </a:cubicBezTo>
                </a:path>
              </a:pathLst>
            </a:custGeom>
            <a:noFill/>
            <a:ln w="596900" cap="rnd">
              <a:gradFill flip="none" rotWithShape="1">
                <a:gsLst>
                  <a:gs pos="14000">
                    <a:srgbClr val="E1F7EA">
                      <a:alpha val="39000"/>
                    </a:srgbClr>
                  </a:gs>
                  <a:gs pos="69000">
                    <a:srgbClr val="A9F2C5">
                      <a:alpha val="0"/>
                    </a:srgbClr>
                  </a:gs>
                  <a:gs pos="56000">
                    <a:srgbClr val="8EEEB5">
                      <a:alpha val="36000"/>
                    </a:srgbClr>
                  </a:gs>
                </a:gsLst>
                <a:lin ang="156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 name="사각형: 둥근 모서리 2">
            <a:extLst>
              <a:ext uri="{FF2B5EF4-FFF2-40B4-BE49-F238E27FC236}">
                <a16:creationId xmlns:a16="http://schemas.microsoft.com/office/drawing/2014/main" id="{59E8231C-3F3F-62FB-380B-03E3647CA4C2}"/>
              </a:ext>
            </a:extLst>
          </p:cNvPr>
          <p:cNvSpPr/>
          <p:nvPr/>
        </p:nvSpPr>
        <p:spPr>
          <a:xfrm>
            <a:off x="209548" y="195355"/>
            <a:ext cx="11707655" cy="461982"/>
          </a:xfrm>
          <a:prstGeom prst="roundRect">
            <a:avLst>
              <a:gd name="adj" fmla="val 18062"/>
            </a:avLst>
          </a:prstGeom>
          <a:solidFill>
            <a:schemeClr val="bg1"/>
          </a:solidFill>
          <a:ln w="9525">
            <a:noFill/>
          </a:ln>
          <a:effectLst>
            <a:outerShdw blurRad="114300" dist="76200" dir="2700000" algn="tl" rotWithShape="0">
              <a:srgbClr val="008375">
                <a:alpha val="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0975" marR="0" lvl="0" indent="0" algn="l" defTabSz="914400" rtl="0" eaLnBrk="1" fontAlgn="auto" latinLnBrk="0" hangingPunct="1">
              <a:lnSpc>
                <a:spcPct val="100000"/>
              </a:lnSpc>
              <a:spcBef>
                <a:spcPts val="0"/>
              </a:spcBef>
              <a:spcAft>
                <a:spcPts val="0"/>
              </a:spcAft>
              <a:buClrTx/>
              <a:buSzTx/>
              <a:buFontTx/>
              <a:buNone/>
              <a:tabLst>
                <a:tab pos="2603500" algn="l"/>
              </a:tabLst>
              <a:defRPr/>
            </a:pPr>
            <a:r>
              <a:rPr kumimoji="0" lang="ko-KR" altLang="en-US" sz="1600" b="1" i="0" u="none" strike="noStrike" kern="1200" cap="none" spc="0" normalizeH="0" baseline="0" noProof="0" dirty="0">
                <a:ln>
                  <a:noFill/>
                </a:ln>
                <a:solidFill>
                  <a:srgbClr val="008375"/>
                </a:solidFill>
                <a:effectLst/>
                <a:uLnTx/>
                <a:uFillTx/>
                <a:latin typeface="맑은 고딕" panose="020F0502020204030204"/>
                <a:ea typeface="맑은 고딕" panose="020B0503020000020004" pitchFamily="50" charset="-127"/>
                <a:cs typeface="+mn-cs"/>
              </a:rPr>
              <a:t>컨셉 스케치 </a:t>
            </a:r>
          </a:p>
        </p:txBody>
      </p:sp>
      <p:sp>
        <p:nvSpPr>
          <p:cNvPr id="20" name="TextBox 19">
            <a:extLst>
              <a:ext uri="{FF2B5EF4-FFF2-40B4-BE49-F238E27FC236}">
                <a16:creationId xmlns:a16="http://schemas.microsoft.com/office/drawing/2014/main" id="{A830B766-751D-4EF2-AC0D-6F70F6482C79}"/>
              </a:ext>
            </a:extLst>
          </p:cNvPr>
          <p:cNvSpPr txBox="1"/>
          <p:nvPr/>
        </p:nvSpPr>
        <p:spPr>
          <a:xfrm>
            <a:off x="321864" y="1260314"/>
            <a:ext cx="11595339" cy="1692771"/>
          </a:xfrm>
          <a:prstGeom prst="rect">
            <a:avLst/>
          </a:prstGeom>
          <a:noFill/>
        </p:spPr>
        <p:txBody>
          <a:bodyPr wrap="square" rtlCol="0">
            <a:spAutoFit/>
          </a:bodyPr>
          <a:lstStyle/>
          <a:p>
            <a:r>
              <a:rPr lang="ko-KR" altLang="en-US" sz="1600" b="1" dirty="0"/>
              <a:t>핵심 경험 정의 </a:t>
            </a:r>
            <a:r>
              <a:rPr lang="en-US" altLang="ko-KR" sz="1600" b="1" dirty="0"/>
              <a:t>: </a:t>
            </a:r>
            <a:r>
              <a:rPr lang="ko-KR" altLang="en-US" sz="1600" dirty="0"/>
              <a:t>유사 게임을 </a:t>
            </a:r>
            <a:r>
              <a:rPr lang="en-US" altLang="ko-KR" sz="1600" dirty="0"/>
              <a:t>'</a:t>
            </a:r>
            <a:r>
              <a:rPr lang="ko-KR" altLang="en-US" sz="1600" dirty="0"/>
              <a:t>마녀의 집</a:t>
            </a:r>
            <a:r>
              <a:rPr lang="en-US" altLang="ko-KR" sz="1600" dirty="0"/>
              <a:t>'</a:t>
            </a:r>
            <a:r>
              <a:rPr lang="ko-KR" altLang="en-US" sz="1600" dirty="0"/>
              <a:t>으로 참고한 만큼</a:t>
            </a:r>
            <a:r>
              <a:rPr lang="en-US" altLang="ko-KR" sz="1600" dirty="0"/>
              <a:t>, </a:t>
            </a:r>
            <a:r>
              <a:rPr lang="ko-KR" altLang="en-US" sz="1600" dirty="0"/>
              <a:t>주인공은 갑자기 저택에서 눈을 뜹니다</a:t>
            </a:r>
            <a:r>
              <a:rPr lang="en-US" altLang="ko-KR" sz="1600" dirty="0"/>
              <a:t>. </a:t>
            </a:r>
            <a:r>
              <a:rPr lang="ko-KR" altLang="en-US" sz="1600" dirty="0"/>
              <a:t>저택을 탈출하기 위해 마련된 퍼즐들을 풀며 자신이 </a:t>
            </a:r>
            <a:r>
              <a:rPr lang="ko-KR" altLang="en-US" sz="1600" b="1" dirty="0"/>
              <a:t>갇힌</a:t>
            </a:r>
            <a:r>
              <a:rPr lang="ko-KR" altLang="en-US" sz="1600" dirty="0"/>
              <a:t> 이유에 대한 단서를 찾고</a:t>
            </a:r>
            <a:r>
              <a:rPr lang="en-US" altLang="ko-KR" sz="1600" dirty="0"/>
              <a:t>, </a:t>
            </a:r>
            <a:r>
              <a:rPr lang="ko-KR" altLang="en-US" sz="1600" dirty="0"/>
              <a:t>저택의 수수께끼를 해결하는 경험을 하게 됩니다</a:t>
            </a:r>
            <a:r>
              <a:rPr lang="en-US" altLang="ko-KR" sz="1600" dirty="0"/>
              <a:t>. </a:t>
            </a:r>
            <a:r>
              <a:rPr lang="ko-KR" altLang="en-US" sz="1600" dirty="0"/>
              <a:t>그 과정에서 유저는 스토리를 따라가며 주인공이 저택에 </a:t>
            </a:r>
            <a:r>
              <a:rPr lang="ko-KR" altLang="en-US" sz="1600" b="1" dirty="0"/>
              <a:t>갇히게 된</a:t>
            </a:r>
            <a:r>
              <a:rPr lang="ko-KR" altLang="en-US" sz="1600" dirty="0"/>
              <a:t> 이유를 파악하고 궁금증을 해소할 수 있습니다</a:t>
            </a:r>
            <a:r>
              <a:rPr lang="en-US" altLang="ko-KR" sz="1600" dirty="0"/>
              <a:t>. </a:t>
            </a:r>
            <a:r>
              <a:rPr lang="ko-KR" altLang="en-US" sz="1600" dirty="0"/>
              <a:t>또한</a:t>
            </a:r>
            <a:r>
              <a:rPr lang="en-US" altLang="ko-KR" sz="1600" dirty="0"/>
              <a:t>, </a:t>
            </a:r>
            <a:r>
              <a:rPr lang="ko-KR" altLang="en-US" sz="1600" dirty="0"/>
              <a:t>앵무새가 제시하는 수수께끼를 토대로 진실을 밝혀 냈을 때 성취감을 줄 수 있습니다</a:t>
            </a:r>
            <a:r>
              <a:rPr lang="en-US" altLang="ko-KR" sz="1600" dirty="0"/>
              <a:t>.</a:t>
            </a:r>
          </a:p>
          <a:p>
            <a:endParaRPr lang="en-US" altLang="ko-KR" sz="1600" dirty="0"/>
          </a:p>
          <a:p>
            <a:endParaRPr lang="en-US" altLang="ko-KR" sz="1200" dirty="0"/>
          </a:p>
          <a:p>
            <a:r>
              <a:rPr lang="ko-KR" altLang="en-US" sz="1200" dirty="0"/>
              <a:t>           </a:t>
            </a:r>
            <a:endParaRPr lang="en-US" altLang="ko-KR" sz="1200" dirty="0"/>
          </a:p>
        </p:txBody>
      </p:sp>
      <p:sp>
        <p:nvSpPr>
          <p:cNvPr id="4" name="TextBox 3">
            <a:extLst>
              <a:ext uri="{FF2B5EF4-FFF2-40B4-BE49-F238E27FC236}">
                <a16:creationId xmlns:a16="http://schemas.microsoft.com/office/drawing/2014/main" id="{81175DBD-C652-4811-B203-85316C065FCD}"/>
              </a:ext>
            </a:extLst>
          </p:cNvPr>
          <p:cNvSpPr txBox="1"/>
          <p:nvPr/>
        </p:nvSpPr>
        <p:spPr>
          <a:xfrm>
            <a:off x="321864" y="2488264"/>
            <a:ext cx="10024403" cy="369332"/>
          </a:xfrm>
          <a:prstGeom prst="rect">
            <a:avLst/>
          </a:prstGeom>
          <a:noFill/>
        </p:spPr>
        <p:txBody>
          <a:bodyPr wrap="square" rtlCol="0">
            <a:spAutoFit/>
          </a:bodyPr>
          <a:lstStyle/>
          <a:p>
            <a:r>
              <a:rPr lang="en-US" altLang="ko-KR" dirty="0"/>
              <a:t>&lt;</a:t>
            </a:r>
            <a:r>
              <a:rPr lang="ko-KR" altLang="en-US" dirty="0"/>
              <a:t>유사한 경험을 주는 게임</a:t>
            </a:r>
            <a:r>
              <a:rPr lang="en-US" altLang="ko-KR" dirty="0"/>
              <a:t>&gt;</a:t>
            </a:r>
            <a:endParaRPr lang="ko-KR" altLang="en-US" dirty="0"/>
          </a:p>
        </p:txBody>
      </p:sp>
      <p:pic>
        <p:nvPicPr>
          <p:cNvPr id="6" name="그림 5">
            <a:extLst>
              <a:ext uri="{FF2B5EF4-FFF2-40B4-BE49-F238E27FC236}">
                <a16:creationId xmlns:a16="http://schemas.microsoft.com/office/drawing/2014/main" id="{EB5744A7-A580-4812-8633-5FB74A8F899A}"/>
              </a:ext>
            </a:extLst>
          </p:cNvPr>
          <p:cNvPicPr>
            <a:picLocks noChangeAspect="1"/>
          </p:cNvPicPr>
          <p:nvPr/>
        </p:nvPicPr>
        <p:blipFill>
          <a:blip r:embed="rId2"/>
          <a:stretch>
            <a:fillRect/>
          </a:stretch>
        </p:blipFill>
        <p:spPr>
          <a:xfrm>
            <a:off x="321864" y="3032295"/>
            <a:ext cx="5568854" cy="4549717"/>
          </a:xfrm>
          <a:prstGeom prst="rect">
            <a:avLst/>
          </a:prstGeom>
        </p:spPr>
      </p:pic>
      <p:sp>
        <p:nvSpPr>
          <p:cNvPr id="8" name="액자 7">
            <a:extLst>
              <a:ext uri="{FF2B5EF4-FFF2-40B4-BE49-F238E27FC236}">
                <a16:creationId xmlns:a16="http://schemas.microsoft.com/office/drawing/2014/main" id="{7C2F7955-6536-46C5-B45E-DB63CE8199BE}"/>
              </a:ext>
            </a:extLst>
          </p:cNvPr>
          <p:cNvSpPr/>
          <p:nvPr/>
        </p:nvSpPr>
        <p:spPr>
          <a:xfrm>
            <a:off x="2038350" y="5534025"/>
            <a:ext cx="2457450" cy="171450"/>
          </a:xfrm>
          <a:prstGeom prst="fram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0" name="화살표: 오른쪽 9">
            <a:extLst>
              <a:ext uri="{FF2B5EF4-FFF2-40B4-BE49-F238E27FC236}">
                <a16:creationId xmlns:a16="http://schemas.microsoft.com/office/drawing/2014/main" id="{0537801F-C3B2-4E1B-8D37-F69DB77B97A7}"/>
              </a:ext>
            </a:extLst>
          </p:cNvPr>
          <p:cNvSpPr/>
          <p:nvPr/>
        </p:nvSpPr>
        <p:spPr>
          <a:xfrm rot="9185791">
            <a:off x="4582354" y="4797388"/>
            <a:ext cx="1731481" cy="333375"/>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TextBox 12">
            <a:extLst>
              <a:ext uri="{FF2B5EF4-FFF2-40B4-BE49-F238E27FC236}">
                <a16:creationId xmlns:a16="http://schemas.microsoft.com/office/drawing/2014/main" id="{ADEB565D-6962-483B-8D14-9778C67EE3E0}"/>
              </a:ext>
            </a:extLst>
          </p:cNvPr>
          <p:cNvSpPr txBox="1"/>
          <p:nvPr/>
        </p:nvSpPr>
        <p:spPr>
          <a:xfrm>
            <a:off x="6412765" y="3032295"/>
            <a:ext cx="5421711" cy="3970318"/>
          </a:xfrm>
          <a:prstGeom prst="rect">
            <a:avLst/>
          </a:prstGeom>
          <a:noFill/>
        </p:spPr>
        <p:txBody>
          <a:bodyPr wrap="square" rtlCol="0">
            <a:spAutoFit/>
          </a:bodyPr>
          <a:lstStyle/>
          <a:p>
            <a:r>
              <a:rPr lang="en-US" altLang="ko-KR" dirty="0"/>
              <a:t>7 DAYS END WITH YOU</a:t>
            </a:r>
          </a:p>
          <a:p>
            <a:endParaRPr lang="en-US" altLang="ko-KR" dirty="0"/>
          </a:p>
          <a:p>
            <a:endParaRPr lang="en-US" altLang="ko-KR" dirty="0"/>
          </a:p>
          <a:p>
            <a:endParaRPr lang="en-US" altLang="ko-KR" dirty="0"/>
          </a:p>
          <a:p>
            <a:endParaRPr lang="en-US" altLang="ko-KR" dirty="0"/>
          </a:p>
          <a:p>
            <a:r>
              <a:rPr lang="ko-KR" altLang="en-US" dirty="0"/>
              <a:t>퍼즐 해소 </a:t>
            </a:r>
            <a:r>
              <a:rPr lang="en-US" altLang="ko-KR" dirty="0"/>
              <a:t>: </a:t>
            </a:r>
            <a:r>
              <a:rPr lang="ko-KR" altLang="en-US" dirty="0"/>
              <a:t>번역한 단어의 해석  </a:t>
            </a:r>
            <a:endParaRPr lang="en-US" altLang="ko-KR" dirty="0"/>
          </a:p>
          <a:p>
            <a:endParaRPr lang="en-US" altLang="ko-KR" dirty="0"/>
          </a:p>
          <a:p>
            <a:endParaRPr lang="en-US" altLang="ko-KR" dirty="0"/>
          </a:p>
          <a:p>
            <a:endParaRPr lang="en-US" altLang="ko-KR" dirty="0"/>
          </a:p>
          <a:p>
            <a:endParaRPr lang="en-US" altLang="ko-KR" dirty="0"/>
          </a:p>
          <a:p>
            <a:r>
              <a:rPr lang="ko-KR" altLang="en-US" dirty="0"/>
              <a:t>퍼즐 부분 </a:t>
            </a:r>
            <a:r>
              <a:rPr lang="en-US" altLang="ko-KR" dirty="0"/>
              <a:t>: </a:t>
            </a:r>
            <a:r>
              <a:rPr lang="ko-KR" altLang="en-US" dirty="0"/>
              <a:t>번역 해야 할 단어 </a:t>
            </a:r>
            <a:endParaRPr lang="en-US" altLang="ko-KR" dirty="0"/>
          </a:p>
          <a:p>
            <a:endParaRPr lang="en-US" altLang="ko-KR" dirty="0"/>
          </a:p>
          <a:p>
            <a:endParaRPr lang="en-US" altLang="ko-KR" dirty="0"/>
          </a:p>
          <a:p>
            <a:endParaRPr lang="ko-KR" altLang="en-US" dirty="0"/>
          </a:p>
        </p:txBody>
      </p:sp>
      <p:sp>
        <p:nvSpPr>
          <p:cNvPr id="14" name="액자 13">
            <a:extLst>
              <a:ext uri="{FF2B5EF4-FFF2-40B4-BE49-F238E27FC236}">
                <a16:creationId xmlns:a16="http://schemas.microsoft.com/office/drawing/2014/main" id="{EA92389E-3995-4AC0-8D47-4624945D3AEF}"/>
              </a:ext>
            </a:extLst>
          </p:cNvPr>
          <p:cNvSpPr/>
          <p:nvPr/>
        </p:nvSpPr>
        <p:spPr>
          <a:xfrm>
            <a:off x="1885487" y="5705476"/>
            <a:ext cx="2715142" cy="171450"/>
          </a:xfrm>
          <a:prstGeom prst="fram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5" name="화살표: 오른쪽 14">
            <a:extLst>
              <a:ext uri="{FF2B5EF4-FFF2-40B4-BE49-F238E27FC236}">
                <a16:creationId xmlns:a16="http://schemas.microsoft.com/office/drawing/2014/main" id="{93F66945-9784-4AC5-B1C5-0CE94A8672CE}"/>
              </a:ext>
            </a:extLst>
          </p:cNvPr>
          <p:cNvSpPr/>
          <p:nvPr/>
        </p:nvSpPr>
        <p:spPr>
          <a:xfrm rot="11082427">
            <a:off x="4904987" y="5804327"/>
            <a:ext cx="1130395" cy="246326"/>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655188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CBD6B-C6AA-7B33-C123-5F7C38708518}"/>
            </a:ext>
          </a:extLst>
        </p:cNvPr>
        <p:cNvGrpSpPr/>
        <p:nvPr/>
      </p:nvGrpSpPr>
      <p:grpSpPr>
        <a:xfrm>
          <a:off x="0" y="0"/>
          <a:ext cx="0" cy="0"/>
          <a:chOff x="0" y="0"/>
          <a:chExt cx="0" cy="0"/>
        </a:xfrm>
      </p:grpSpPr>
      <p:sp>
        <p:nvSpPr>
          <p:cNvPr id="9" name="사각형: 둥근 위쪽 모서리 8">
            <a:extLst>
              <a:ext uri="{FF2B5EF4-FFF2-40B4-BE49-F238E27FC236}">
                <a16:creationId xmlns:a16="http://schemas.microsoft.com/office/drawing/2014/main" id="{FDBE7DDB-CA26-C6A4-C68B-26BA95092C0E}"/>
              </a:ext>
            </a:extLst>
          </p:cNvPr>
          <p:cNvSpPr/>
          <p:nvPr/>
        </p:nvSpPr>
        <p:spPr>
          <a:xfrm rot="5400000">
            <a:off x="-150274" y="149768"/>
            <a:ext cx="1181101" cy="881570"/>
          </a:xfrm>
          <a:custGeom>
            <a:avLst/>
            <a:gdLst>
              <a:gd name="connsiteX0" fmla="*/ 433388 w 866776"/>
              <a:gd name="connsiteY0" fmla="*/ 0 h 881570"/>
              <a:gd name="connsiteX1" fmla="*/ 433388 w 866776"/>
              <a:gd name="connsiteY1" fmla="*/ 0 h 881570"/>
              <a:gd name="connsiteX2" fmla="*/ 866776 w 866776"/>
              <a:gd name="connsiteY2" fmla="*/ 433388 h 881570"/>
              <a:gd name="connsiteX3" fmla="*/ 866776 w 866776"/>
              <a:gd name="connsiteY3" fmla="*/ 881570 h 881570"/>
              <a:gd name="connsiteX4" fmla="*/ 866776 w 866776"/>
              <a:gd name="connsiteY4" fmla="*/ 881570 h 881570"/>
              <a:gd name="connsiteX5" fmla="*/ 0 w 866776"/>
              <a:gd name="connsiteY5" fmla="*/ 881570 h 881570"/>
              <a:gd name="connsiteX6" fmla="*/ 0 w 866776"/>
              <a:gd name="connsiteY6" fmla="*/ 881570 h 881570"/>
              <a:gd name="connsiteX7" fmla="*/ 0 w 866776"/>
              <a:gd name="connsiteY7" fmla="*/ 433388 h 881570"/>
              <a:gd name="connsiteX8" fmla="*/ 433388 w 866776"/>
              <a:gd name="connsiteY8" fmla="*/ 0 h 881570"/>
              <a:gd name="connsiteX0" fmla="*/ 433388 w 1171576"/>
              <a:gd name="connsiteY0" fmla="*/ 0 h 881570"/>
              <a:gd name="connsiteX1" fmla="*/ 433388 w 1171576"/>
              <a:gd name="connsiteY1" fmla="*/ 0 h 881570"/>
              <a:gd name="connsiteX2" fmla="*/ 866776 w 1171576"/>
              <a:gd name="connsiteY2" fmla="*/ 433388 h 881570"/>
              <a:gd name="connsiteX3" fmla="*/ 866776 w 1171576"/>
              <a:gd name="connsiteY3" fmla="*/ 881570 h 881570"/>
              <a:gd name="connsiteX4" fmla="*/ 1171576 w 1171576"/>
              <a:gd name="connsiteY4" fmla="*/ 881570 h 881570"/>
              <a:gd name="connsiteX5" fmla="*/ 0 w 1171576"/>
              <a:gd name="connsiteY5" fmla="*/ 881570 h 881570"/>
              <a:gd name="connsiteX6" fmla="*/ 0 w 1171576"/>
              <a:gd name="connsiteY6" fmla="*/ 881570 h 881570"/>
              <a:gd name="connsiteX7" fmla="*/ 0 w 1171576"/>
              <a:gd name="connsiteY7" fmla="*/ 433388 h 881570"/>
              <a:gd name="connsiteX8" fmla="*/ 433388 w 1171576"/>
              <a:gd name="connsiteY8" fmla="*/ 0 h 881570"/>
              <a:gd name="connsiteX0" fmla="*/ 433388 w 1181101"/>
              <a:gd name="connsiteY0" fmla="*/ 0 h 881570"/>
              <a:gd name="connsiteX1" fmla="*/ 433388 w 1181101"/>
              <a:gd name="connsiteY1" fmla="*/ 0 h 881570"/>
              <a:gd name="connsiteX2" fmla="*/ 866776 w 1181101"/>
              <a:gd name="connsiteY2" fmla="*/ 433388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866776 w 1181101"/>
              <a:gd name="connsiteY2" fmla="*/ 433388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900117 w 1181101"/>
              <a:gd name="connsiteY2" fmla="*/ 438151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900117 w 1181101"/>
              <a:gd name="connsiteY2" fmla="*/ 438151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1101" h="881570">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75250">
                <a:srgbClr val="9CF0BD">
                  <a:alpha val="30000"/>
                </a:srgbClr>
              </a:gs>
              <a:gs pos="16000">
                <a:srgbClr val="98F0BB">
                  <a:alpha val="30000"/>
                </a:srgbClr>
              </a:gs>
              <a:gs pos="0">
                <a:srgbClr val="A9F2C5">
                  <a:alpha val="0"/>
                </a:srgbClr>
              </a:gs>
              <a:gs pos="100000">
                <a:srgbClr val="A9F2C5">
                  <a:alpha val="0"/>
                </a:srgbClr>
              </a:gs>
              <a:gs pos="36000">
                <a:srgbClr val="8EEEB5"/>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nvGrpSpPr>
          <p:cNvPr id="2" name="그룹 1">
            <a:extLst>
              <a:ext uri="{FF2B5EF4-FFF2-40B4-BE49-F238E27FC236}">
                <a16:creationId xmlns:a16="http://schemas.microsoft.com/office/drawing/2014/main" id="{08E2B5E3-CA57-74A1-7B99-5C2506F28866}"/>
              </a:ext>
            </a:extLst>
          </p:cNvPr>
          <p:cNvGrpSpPr/>
          <p:nvPr/>
        </p:nvGrpSpPr>
        <p:grpSpPr>
          <a:xfrm>
            <a:off x="9748971" y="4814962"/>
            <a:ext cx="2797762" cy="2335138"/>
            <a:chOff x="-219662" y="72172"/>
            <a:chExt cx="8130197" cy="6785828"/>
          </a:xfrm>
        </p:grpSpPr>
        <p:sp>
          <p:nvSpPr>
            <p:cNvPr id="7" name="자유형: 도형 6">
              <a:extLst>
                <a:ext uri="{FF2B5EF4-FFF2-40B4-BE49-F238E27FC236}">
                  <a16:creationId xmlns:a16="http://schemas.microsoft.com/office/drawing/2014/main" id="{E96E7F89-9983-D89C-F3C0-9E552D22BF9A}"/>
                </a:ext>
              </a:extLst>
            </p:cNvPr>
            <p:cNvSpPr/>
            <p:nvPr/>
          </p:nvSpPr>
          <p:spPr>
            <a:xfrm>
              <a:off x="-219662" y="3305139"/>
              <a:ext cx="4951874" cy="3552861"/>
            </a:xfrm>
            <a:custGeom>
              <a:avLst/>
              <a:gdLst>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951874"/>
                <a:gd name="connsiteY0" fmla="*/ 196474 h 3552860"/>
                <a:gd name="connsiteX1" fmla="*/ 4819426 w 4951874"/>
                <a:gd name="connsiteY1" fmla="*/ 454658 h 3552860"/>
                <a:gd name="connsiteX2" fmla="*/ 0 w 4951874"/>
                <a:gd name="connsiteY2" fmla="*/ 3552860 h 3552860"/>
              </a:gdLst>
              <a:ahLst/>
              <a:cxnLst>
                <a:cxn ang="0">
                  <a:pos x="connsiteX0" y="connsiteY0"/>
                </a:cxn>
                <a:cxn ang="0">
                  <a:pos x="connsiteX1" y="connsiteY1"/>
                </a:cxn>
                <a:cxn ang="0">
                  <a:pos x="connsiteX2" y="connsiteY2"/>
                </a:cxn>
              </a:cxnLst>
              <a:rect l="l" t="t" r="r" b="b"/>
              <a:pathLst>
                <a:path w="4951874" h="3552860">
                  <a:moveTo>
                    <a:pt x="3205779" y="196474"/>
                  </a:moveTo>
                  <a:cubicBezTo>
                    <a:pt x="4161416" y="-93983"/>
                    <a:pt x="5353722" y="-104740"/>
                    <a:pt x="4819426" y="454658"/>
                  </a:cubicBezTo>
                  <a:cubicBezTo>
                    <a:pt x="4285130" y="1014056"/>
                    <a:pt x="2594386" y="2584671"/>
                    <a:pt x="0" y="3552860"/>
                  </a:cubicBezTo>
                </a:path>
              </a:pathLst>
            </a:custGeom>
            <a:noFill/>
            <a:ln w="596900" cap="rnd">
              <a:gradFill flip="none" rotWithShape="1">
                <a:gsLst>
                  <a:gs pos="20000">
                    <a:srgbClr val="E1F7EA">
                      <a:alpha val="0"/>
                    </a:srgbClr>
                  </a:gs>
                  <a:gs pos="95000">
                    <a:srgbClr val="A9F2C5">
                      <a:alpha val="0"/>
                    </a:srgbClr>
                  </a:gs>
                  <a:gs pos="63000">
                    <a:srgbClr val="8EEEB5"/>
                  </a:gs>
                </a:gsLst>
                <a:lin ang="156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1" name="자유형: 도형 10">
              <a:extLst>
                <a:ext uri="{FF2B5EF4-FFF2-40B4-BE49-F238E27FC236}">
                  <a16:creationId xmlns:a16="http://schemas.microsoft.com/office/drawing/2014/main" id="{007CED34-AD08-2455-001F-E6D28AB70162}"/>
                </a:ext>
              </a:extLst>
            </p:cNvPr>
            <p:cNvSpPr/>
            <p:nvPr/>
          </p:nvSpPr>
          <p:spPr>
            <a:xfrm flipH="1" flipV="1">
              <a:off x="2958661" y="72172"/>
              <a:ext cx="4951874" cy="3552861"/>
            </a:xfrm>
            <a:custGeom>
              <a:avLst/>
              <a:gdLst>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951874"/>
                <a:gd name="connsiteY0" fmla="*/ 196474 h 3552860"/>
                <a:gd name="connsiteX1" fmla="*/ 4819426 w 4951874"/>
                <a:gd name="connsiteY1" fmla="*/ 454658 h 3552860"/>
                <a:gd name="connsiteX2" fmla="*/ 0 w 4951874"/>
                <a:gd name="connsiteY2" fmla="*/ 3552860 h 3552860"/>
              </a:gdLst>
              <a:ahLst/>
              <a:cxnLst>
                <a:cxn ang="0">
                  <a:pos x="connsiteX0" y="connsiteY0"/>
                </a:cxn>
                <a:cxn ang="0">
                  <a:pos x="connsiteX1" y="connsiteY1"/>
                </a:cxn>
                <a:cxn ang="0">
                  <a:pos x="connsiteX2" y="connsiteY2"/>
                </a:cxn>
              </a:cxnLst>
              <a:rect l="l" t="t" r="r" b="b"/>
              <a:pathLst>
                <a:path w="4951874" h="3552860">
                  <a:moveTo>
                    <a:pt x="3205779" y="196474"/>
                  </a:moveTo>
                  <a:cubicBezTo>
                    <a:pt x="4161416" y="-93983"/>
                    <a:pt x="5353722" y="-104740"/>
                    <a:pt x="4819426" y="454658"/>
                  </a:cubicBezTo>
                  <a:cubicBezTo>
                    <a:pt x="4285130" y="1014056"/>
                    <a:pt x="2594386" y="2584671"/>
                    <a:pt x="0" y="3552860"/>
                  </a:cubicBezTo>
                </a:path>
              </a:pathLst>
            </a:custGeom>
            <a:noFill/>
            <a:ln w="596900" cap="rnd">
              <a:gradFill flip="none" rotWithShape="1">
                <a:gsLst>
                  <a:gs pos="14000">
                    <a:srgbClr val="E1F7EA">
                      <a:alpha val="39000"/>
                    </a:srgbClr>
                  </a:gs>
                  <a:gs pos="69000">
                    <a:srgbClr val="A9F2C5">
                      <a:alpha val="0"/>
                    </a:srgbClr>
                  </a:gs>
                  <a:gs pos="56000">
                    <a:srgbClr val="8EEEB5">
                      <a:alpha val="36000"/>
                    </a:srgbClr>
                  </a:gs>
                </a:gsLst>
                <a:lin ang="156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 name="사각형: 둥근 모서리 2">
            <a:extLst>
              <a:ext uri="{FF2B5EF4-FFF2-40B4-BE49-F238E27FC236}">
                <a16:creationId xmlns:a16="http://schemas.microsoft.com/office/drawing/2014/main" id="{59E8231C-3F3F-62FB-380B-03E3647CA4C2}"/>
              </a:ext>
            </a:extLst>
          </p:cNvPr>
          <p:cNvSpPr/>
          <p:nvPr/>
        </p:nvSpPr>
        <p:spPr>
          <a:xfrm>
            <a:off x="209548" y="195355"/>
            <a:ext cx="11707655" cy="461982"/>
          </a:xfrm>
          <a:prstGeom prst="roundRect">
            <a:avLst>
              <a:gd name="adj" fmla="val 18062"/>
            </a:avLst>
          </a:prstGeom>
          <a:solidFill>
            <a:schemeClr val="bg1"/>
          </a:solidFill>
          <a:ln w="9525">
            <a:noFill/>
          </a:ln>
          <a:effectLst>
            <a:outerShdw blurRad="114300" dist="76200" dir="2700000" algn="tl" rotWithShape="0">
              <a:srgbClr val="008375">
                <a:alpha val="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0975" marR="0" lvl="0" indent="0" algn="l" defTabSz="914400" rtl="0" eaLnBrk="1" fontAlgn="auto" latinLnBrk="0" hangingPunct="1">
              <a:lnSpc>
                <a:spcPct val="100000"/>
              </a:lnSpc>
              <a:spcBef>
                <a:spcPts val="0"/>
              </a:spcBef>
              <a:spcAft>
                <a:spcPts val="0"/>
              </a:spcAft>
              <a:buClrTx/>
              <a:buSzTx/>
              <a:buFontTx/>
              <a:buNone/>
              <a:tabLst>
                <a:tab pos="2603500" algn="l"/>
              </a:tabLst>
              <a:defRPr/>
            </a:pPr>
            <a:r>
              <a:rPr kumimoji="0" lang="ko-KR" altLang="en-US" sz="1600" b="1" i="0" u="none" strike="noStrike" kern="1200" cap="none" spc="0" normalizeH="0" baseline="0" noProof="0" dirty="0">
                <a:ln>
                  <a:noFill/>
                </a:ln>
                <a:solidFill>
                  <a:srgbClr val="008375"/>
                </a:solidFill>
                <a:effectLst/>
                <a:uLnTx/>
                <a:uFillTx/>
                <a:latin typeface="맑은 고딕" panose="020F0502020204030204"/>
                <a:ea typeface="맑은 고딕" panose="020B0503020000020004" pitchFamily="50" charset="-127"/>
                <a:cs typeface="+mn-cs"/>
              </a:rPr>
              <a:t>컨셉 스케치 </a:t>
            </a:r>
          </a:p>
        </p:txBody>
      </p:sp>
      <p:sp>
        <p:nvSpPr>
          <p:cNvPr id="20" name="TextBox 19">
            <a:extLst>
              <a:ext uri="{FF2B5EF4-FFF2-40B4-BE49-F238E27FC236}">
                <a16:creationId xmlns:a16="http://schemas.microsoft.com/office/drawing/2014/main" id="{A830B766-751D-4EF2-AC0D-6F70F6482C79}"/>
              </a:ext>
            </a:extLst>
          </p:cNvPr>
          <p:cNvSpPr txBox="1"/>
          <p:nvPr/>
        </p:nvSpPr>
        <p:spPr>
          <a:xfrm>
            <a:off x="321864" y="1260314"/>
            <a:ext cx="11595339" cy="1446550"/>
          </a:xfrm>
          <a:prstGeom prst="rect">
            <a:avLst/>
          </a:prstGeom>
          <a:noFill/>
        </p:spPr>
        <p:txBody>
          <a:bodyPr wrap="square" rtlCol="0">
            <a:spAutoFit/>
          </a:bodyPr>
          <a:lstStyle/>
          <a:p>
            <a:r>
              <a:rPr lang="ko-KR" altLang="en-US" sz="1600" b="1" dirty="0"/>
              <a:t>코어 </a:t>
            </a:r>
            <a:r>
              <a:rPr lang="ko-KR" altLang="en-US" sz="1600" b="1" dirty="0" err="1"/>
              <a:t>메카닉스</a:t>
            </a:r>
            <a:r>
              <a:rPr lang="ko-KR" altLang="en-US" sz="1600" b="1" dirty="0"/>
              <a:t> </a:t>
            </a:r>
            <a:r>
              <a:rPr lang="en-US" altLang="ko-KR" sz="1600" b="1" dirty="0"/>
              <a:t>1 : </a:t>
            </a:r>
            <a:r>
              <a:rPr lang="ko-KR" altLang="en-US" sz="1600" dirty="0"/>
              <a:t>탐색과 증거 수집 </a:t>
            </a:r>
            <a:r>
              <a:rPr lang="en-US" altLang="ko-KR" sz="1600" dirty="0"/>
              <a:t>(Exploration &amp; Evidence Gathering)</a:t>
            </a:r>
          </a:p>
          <a:p>
            <a:endParaRPr lang="en-US" altLang="ko-KR" sz="1600" dirty="0"/>
          </a:p>
          <a:p>
            <a:r>
              <a:rPr lang="ko-KR" altLang="en-US" sz="1600" dirty="0"/>
              <a:t>이것은 게임의 가장 기본적인 행동입니다</a:t>
            </a:r>
            <a:r>
              <a:rPr lang="en-US" altLang="ko-KR" sz="1600" dirty="0"/>
              <a:t>. </a:t>
            </a:r>
            <a:r>
              <a:rPr lang="ko-KR" altLang="en-US" sz="1600" dirty="0"/>
              <a:t>플레이어는 저택의 여러 공간을 자유롭게 돌아다니며</a:t>
            </a:r>
            <a:r>
              <a:rPr lang="en-US" altLang="ko-KR" sz="1600" dirty="0"/>
              <a:t>, </a:t>
            </a:r>
            <a:r>
              <a:rPr lang="ko-KR" altLang="en-US" sz="1600" dirty="0"/>
              <a:t>스토리와 관련된 단서나 퍼즐을 푸는 데 필요한 아이템</a:t>
            </a:r>
            <a:r>
              <a:rPr lang="en-US" altLang="ko-KR" sz="1600" dirty="0"/>
              <a:t>(</a:t>
            </a:r>
            <a:r>
              <a:rPr lang="ko-KR" altLang="en-US" sz="1600" dirty="0"/>
              <a:t>증거</a:t>
            </a:r>
            <a:r>
              <a:rPr lang="en-US" altLang="ko-KR" sz="1600" dirty="0"/>
              <a:t>)</a:t>
            </a:r>
            <a:r>
              <a:rPr lang="ko-KR" altLang="en-US" sz="1600" dirty="0"/>
              <a:t>을 발견하고 수집합니다</a:t>
            </a:r>
            <a:r>
              <a:rPr lang="en-US" altLang="ko-KR" sz="1600" dirty="0"/>
              <a:t>. '</a:t>
            </a:r>
            <a:r>
              <a:rPr lang="ko-KR" altLang="en-US" sz="1600" dirty="0"/>
              <a:t>마녀의 집</a:t>
            </a:r>
            <a:r>
              <a:rPr lang="en-US" altLang="ko-KR" sz="1600" dirty="0"/>
              <a:t>'</a:t>
            </a:r>
            <a:r>
              <a:rPr lang="ko-KR" altLang="en-US" sz="1600" dirty="0"/>
              <a:t>과 같은 어드벤처 게임의 기본 골격입니다</a:t>
            </a:r>
            <a:r>
              <a:rPr lang="en-US" altLang="ko-KR" sz="1600" dirty="0"/>
              <a:t>.</a:t>
            </a:r>
          </a:p>
          <a:p>
            <a:endParaRPr lang="en-US" altLang="ko-KR" sz="1200" dirty="0"/>
          </a:p>
          <a:p>
            <a:r>
              <a:rPr lang="ko-KR" altLang="en-US" sz="1200" dirty="0"/>
              <a:t>           </a:t>
            </a:r>
            <a:endParaRPr lang="en-US" altLang="ko-KR" sz="1200" dirty="0"/>
          </a:p>
        </p:txBody>
      </p:sp>
      <p:pic>
        <p:nvPicPr>
          <p:cNvPr id="5" name="그림 4">
            <a:extLst>
              <a:ext uri="{FF2B5EF4-FFF2-40B4-BE49-F238E27FC236}">
                <a16:creationId xmlns:a16="http://schemas.microsoft.com/office/drawing/2014/main" id="{CD61117F-C92D-4CDA-9CC5-69E857DBE8E6}"/>
              </a:ext>
            </a:extLst>
          </p:cNvPr>
          <p:cNvPicPr>
            <a:picLocks noChangeAspect="1"/>
          </p:cNvPicPr>
          <p:nvPr/>
        </p:nvPicPr>
        <p:blipFill>
          <a:blip r:embed="rId2"/>
          <a:stretch>
            <a:fillRect/>
          </a:stretch>
        </p:blipFill>
        <p:spPr>
          <a:xfrm>
            <a:off x="440276" y="3558395"/>
            <a:ext cx="5044192" cy="2729294"/>
          </a:xfrm>
          <a:prstGeom prst="rect">
            <a:avLst/>
          </a:prstGeom>
        </p:spPr>
      </p:pic>
      <p:sp>
        <p:nvSpPr>
          <p:cNvPr id="12" name="TextBox 11">
            <a:extLst>
              <a:ext uri="{FF2B5EF4-FFF2-40B4-BE49-F238E27FC236}">
                <a16:creationId xmlns:a16="http://schemas.microsoft.com/office/drawing/2014/main" id="{BA640818-6585-4128-833B-0147BD9AEAEE}"/>
              </a:ext>
            </a:extLst>
          </p:cNvPr>
          <p:cNvSpPr txBox="1"/>
          <p:nvPr/>
        </p:nvSpPr>
        <p:spPr>
          <a:xfrm>
            <a:off x="440276" y="2941608"/>
            <a:ext cx="6512615" cy="369332"/>
          </a:xfrm>
          <a:prstGeom prst="rect">
            <a:avLst/>
          </a:prstGeom>
          <a:noFill/>
        </p:spPr>
        <p:txBody>
          <a:bodyPr wrap="square" rtlCol="0">
            <a:spAutoFit/>
          </a:bodyPr>
          <a:lstStyle/>
          <a:p>
            <a:r>
              <a:rPr lang="en-US" altLang="ko-KR" dirty="0"/>
              <a:t>&lt;</a:t>
            </a:r>
            <a:r>
              <a:rPr lang="ko-KR" altLang="en-US" dirty="0"/>
              <a:t>탐색과 증거 수집의 결과물에 대한 예시</a:t>
            </a:r>
            <a:r>
              <a:rPr lang="en-US" altLang="ko-KR" dirty="0"/>
              <a:t>&gt;</a:t>
            </a:r>
            <a:endParaRPr lang="ko-KR" altLang="en-US" dirty="0"/>
          </a:p>
        </p:txBody>
      </p:sp>
      <p:sp>
        <p:nvSpPr>
          <p:cNvPr id="16" name="TextBox 15">
            <a:extLst>
              <a:ext uri="{FF2B5EF4-FFF2-40B4-BE49-F238E27FC236}">
                <a16:creationId xmlns:a16="http://schemas.microsoft.com/office/drawing/2014/main" id="{4F024952-8098-4960-BA30-4F72E325A6C4}"/>
              </a:ext>
            </a:extLst>
          </p:cNvPr>
          <p:cNvSpPr txBox="1"/>
          <p:nvPr/>
        </p:nvSpPr>
        <p:spPr>
          <a:xfrm>
            <a:off x="5960853" y="3789198"/>
            <a:ext cx="5790871" cy="1754326"/>
          </a:xfrm>
          <a:prstGeom prst="rect">
            <a:avLst/>
          </a:prstGeom>
          <a:noFill/>
        </p:spPr>
        <p:txBody>
          <a:bodyPr wrap="square" rtlCol="0">
            <a:spAutoFit/>
          </a:bodyPr>
          <a:lstStyle/>
          <a:p>
            <a:r>
              <a:rPr lang="ko-KR" altLang="en-US" dirty="0"/>
              <a:t>게임 </a:t>
            </a:r>
            <a:r>
              <a:rPr lang="en-US" altLang="ko-KR" dirty="0"/>
              <a:t>:</a:t>
            </a:r>
            <a:r>
              <a:rPr lang="ko-KR" altLang="en-US" dirty="0"/>
              <a:t> 피어 앤 </a:t>
            </a:r>
            <a:r>
              <a:rPr lang="ko-KR" altLang="en-US" dirty="0" err="1"/>
              <a:t>헝거</a:t>
            </a:r>
            <a:r>
              <a:rPr lang="ko-KR" altLang="en-US" dirty="0"/>
              <a:t> </a:t>
            </a:r>
            <a:endParaRPr lang="en-US" altLang="ko-KR" dirty="0"/>
          </a:p>
          <a:p>
            <a:endParaRPr lang="en-US" altLang="ko-KR" dirty="0"/>
          </a:p>
          <a:p>
            <a:r>
              <a:rPr lang="ko-KR" altLang="en-US" dirty="0"/>
              <a:t>책에서 배운 </a:t>
            </a:r>
            <a:r>
              <a:rPr lang="ko-KR" altLang="en-US" dirty="0" err="1"/>
              <a:t>육망성</a:t>
            </a:r>
            <a:r>
              <a:rPr lang="ko-KR" altLang="en-US" dirty="0"/>
              <a:t> 발견 책에서의 문양을 그려 넣어 체력을 회복하는 등</a:t>
            </a:r>
            <a:r>
              <a:rPr lang="en-US" altLang="ko-KR" dirty="0"/>
              <a:t> </a:t>
            </a:r>
            <a:r>
              <a:rPr lang="ko-KR" altLang="en-US" dirty="0"/>
              <a:t>필드를 탐색하면서 얻은 정보나 아이템을 사용하여 보상 체계를 주어 플레이어가 필드를 돌아다니는 동기를 만들어주는 예시  </a:t>
            </a:r>
          </a:p>
        </p:txBody>
      </p:sp>
    </p:spTree>
    <p:extLst>
      <p:ext uri="{BB962C8B-B14F-4D97-AF65-F5344CB8AC3E}">
        <p14:creationId xmlns:p14="http://schemas.microsoft.com/office/powerpoint/2010/main" val="3548098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CBD6B-C6AA-7B33-C123-5F7C38708518}"/>
            </a:ext>
          </a:extLst>
        </p:cNvPr>
        <p:cNvGrpSpPr/>
        <p:nvPr/>
      </p:nvGrpSpPr>
      <p:grpSpPr>
        <a:xfrm>
          <a:off x="0" y="0"/>
          <a:ext cx="0" cy="0"/>
          <a:chOff x="0" y="0"/>
          <a:chExt cx="0" cy="0"/>
        </a:xfrm>
      </p:grpSpPr>
      <p:sp>
        <p:nvSpPr>
          <p:cNvPr id="9" name="사각형: 둥근 위쪽 모서리 8">
            <a:extLst>
              <a:ext uri="{FF2B5EF4-FFF2-40B4-BE49-F238E27FC236}">
                <a16:creationId xmlns:a16="http://schemas.microsoft.com/office/drawing/2014/main" id="{FDBE7DDB-CA26-C6A4-C68B-26BA95092C0E}"/>
              </a:ext>
            </a:extLst>
          </p:cNvPr>
          <p:cNvSpPr/>
          <p:nvPr/>
        </p:nvSpPr>
        <p:spPr>
          <a:xfrm rot="5400000">
            <a:off x="-150274" y="149768"/>
            <a:ext cx="1181101" cy="881570"/>
          </a:xfrm>
          <a:custGeom>
            <a:avLst/>
            <a:gdLst>
              <a:gd name="connsiteX0" fmla="*/ 433388 w 866776"/>
              <a:gd name="connsiteY0" fmla="*/ 0 h 881570"/>
              <a:gd name="connsiteX1" fmla="*/ 433388 w 866776"/>
              <a:gd name="connsiteY1" fmla="*/ 0 h 881570"/>
              <a:gd name="connsiteX2" fmla="*/ 866776 w 866776"/>
              <a:gd name="connsiteY2" fmla="*/ 433388 h 881570"/>
              <a:gd name="connsiteX3" fmla="*/ 866776 w 866776"/>
              <a:gd name="connsiteY3" fmla="*/ 881570 h 881570"/>
              <a:gd name="connsiteX4" fmla="*/ 866776 w 866776"/>
              <a:gd name="connsiteY4" fmla="*/ 881570 h 881570"/>
              <a:gd name="connsiteX5" fmla="*/ 0 w 866776"/>
              <a:gd name="connsiteY5" fmla="*/ 881570 h 881570"/>
              <a:gd name="connsiteX6" fmla="*/ 0 w 866776"/>
              <a:gd name="connsiteY6" fmla="*/ 881570 h 881570"/>
              <a:gd name="connsiteX7" fmla="*/ 0 w 866776"/>
              <a:gd name="connsiteY7" fmla="*/ 433388 h 881570"/>
              <a:gd name="connsiteX8" fmla="*/ 433388 w 866776"/>
              <a:gd name="connsiteY8" fmla="*/ 0 h 881570"/>
              <a:gd name="connsiteX0" fmla="*/ 433388 w 1171576"/>
              <a:gd name="connsiteY0" fmla="*/ 0 h 881570"/>
              <a:gd name="connsiteX1" fmla="*/ 433388 w 1171576"/>
              <a:gd name="connsiteY1" fmla="*/ 0 h 881570"/>
              <a:gd name="connsiteX2" fmla="*/ 866776 w 1171576"/>
              <a:gd name="connsiteY2" fmla="*/ 433388 h 881570"/>
              <a:gd name="connsiteX3" fmla="*/ 866776 w 1171576"/>
              <a:gd name="connsiteY3" fmla="*/ 881570 h 881570"/>
              <a:gd name="connsiteX4" fmla="*/ 1171576 w 1171576"/>
              <a:gd name="connsiteY4" fmla="*/ 881570 h 881570"/>
              <a:gd name="connsiteX5" fmla="*/ 0 w 1171576"/>
              <a:gd name="connsiteY5" fmla="*/ 881570 h 881570"/>
              <a:gd name="connsiteX6" fmla="*/ 0 w 1171576"/>
              <a:gd name="connsiteY6" fmla="*/ 881570 h 881570"/>
              <a:gd name="connsiteX7" fmla="*/ 0 w 1171576"/>
              <a:gd name="connsiteY7" fmla="*/ 433388 h 881570"/>
              <a:gd name="connsiteX8" fmla="*/ 433388 w 1171576"/>
              <a:gd name="connsiteY8" fmla="*/ 0 h 881570"/>
              <a:gd name="connsiteX0" fmla="*/ 433388 w 1181101"/>
              <a:gd name="connsiteY0" fmla="*/ 0 h 881570"/>
              <a:gd name="connsiteX1" fmla="*/ 433388 w 1181101"/>
              <a:gd name="connsiteY1" fmla="*/ 0 h 881570"/>
              <a:gd name="connsiteX2" fmla="*/ 866776 w 1181101"/>
              <a:gd name="connsiteY2" fmla="*/ 433388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866776 w 1181101"/>
              <a:gd name="connsiteY2" fmla="*/ 433388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900117 w 1181101"/>
              <a:gd name="connsiteY2" fmla="*/ 438151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900117 w 1181101"/>
              <a:gd name="connsiteY2" fmla="*/ 438151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1101" h="881570">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75250">
                <a:srgbClr val="9CF0BD">
                  <a:alpha val="30000"/>
                </a:srgbClr>
              </a:gs>
              <a:gs pos="16000">
                <a:srgbClr val="98F0BB">
                  <a:alpha val="30000"/>
                </a:srgbClr>
              </a:gs>
              <a:gs pos="0">
                <a:srgbClr val="A9F2C5">
                  <a:alpha val="0"/>
                </a:srgbClr>
              </a:gs>
              <a:gs pos="100000">
                <a:srgbClr val="A9F2C5">
                  <a:alpha val="0"/>
                </a:srgbClr>
              </a:gs>
              <a:gs pos="36000">
                <a:srgbClr val="8EEEB5"/>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nvGrpSpPr>
          <p:cNvPr id="2" name="그룹 1">
            <a:extLst>
              <a:ext uri="{FF2B5EF4-FFF2-40B4-BE49-F238E27FC236}">
                <a16:creationId xmlns:a16="http://schemas.microsoft.com/office/drawing/2014/main" id="{08E2B5E3-CA57-74A1-7B99-5C2506F28866}"/>
              </a:ext>
            </a:extLst>
          </p:cNvPr>
          <p:cNvGrpSpPr/>
          <p:nvPr/>
        </p:nvGrpSpPr>
        <p:grpSpPr>
          <a:xfrm>
            <a:off x="9748971" y="4814962"/>
            <a:ext cx="2797762" cy="2335138"/>
            <a:chOff x="-219662" y="72172"/>
            <a:chExt cx="8130197" cy="6785828"/>
          </a:xfrm>
        </p:grpSpPr>
        <p:sp>
          <p:nvSpPr>
            <p:cNvPr id="7" name="자유형: 도형 6">
              <a:extLst>
                <a:ext uri="{FF2B5EF4-FFF2-40B4-BE49-F238E27FC236}">
                  <a16:creationId xmlns:a16="http://schemas.microsoft.com/office/drawing/2014/main" id="{E96E7F89-9983-D89C-F3C0-9E552D22BF9A}"/>
                </a:ext>
              </a:extLst>
            </p:cNvPr>
            <p:cNvSpPr/>
            <p:nvPr/>
          </p:nvSpPr>
          <p:spPr>
            <a:xfrm>
              <a:off x="-219662" y="3305139"/>
              <a:ext cx="4951874" cy="3552861"/>
            </a:xfrm>
            <a:custGeom>
              <a:avLst/>
              <a:gdLst>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951874"/>
                <a:gd name="connsiteY0" fmla="*/ 196474 h 3552860"/>
                <a:gd name="connsiteX1" fmla="*/ 4819426 w 4951874"/>
                <a:gd name="connsiteY1" fmla="*/ 454658 h 3552860"/>
                <a:gd name="connsiteX2" fmla="*/ 0 w 4951874"/>
                <a:gd name="connsiteY2" fmla="*/ 3552860 h 3552860"/>
              </a:gdLst>
              <a:ahLst/>
              <a:cxnLst>
                <a:cxn ang="0">
                  <a:pos x="connsiteX0" y="connsiteY0"/>
                </a:cxn>
                <a:cxn ang="0">
                  <a:pos x="connsiteX1" y="connsiteY1"/>
                </a:cxn>
                <a:cxn ang="0">
                  <a:pos x="connsiteX2" y="connsiteY2"/>
                </a:cxn>
              </a:cxnLst>
              <a:rect l="l" t="t" r="r" b="b"/>
              <a:pathLst>
                <a:path w="4951874" h="3552860">
                  <a:moveTo>
                    <a:pt x="3205779" y="196474"/>
                  </a:moveTo>
                  <a:cubicBezTo>
                    <a:pt x="4161416" y="-93983"/>
                    <a:pt x="5353722" y="-104740"/>
                    <a:pt x="4819426" y="454658"/>
                  </a:cubicBezTo>
                  <a:cubicBezTo>
                    <a:pt x="4285130" y="1014056"/>
                    <a:pt x="2594386" y="2584671"/>
                    <a:pt x="0" y="3552860"/>
                  </a:cubicBezTo>
                </a:path>
              </a:pathLst>
            </a:custGeom>
            <a:noFill/>
            <a:ln w="596900" cap="rnd">
              <a:gradFill flip="none" rotWithShape="1">
                <a:gsLst>
                  <a:gs pos="20000">
                    <a:srgbClr val="E1F7EA">
                      <a:alpha val="0"/>
                    </a:srgbClr>
                  </a:gs>
                  <a:gs pos="95000">
                    <a:srgbClr val="A9F2C5">
                      <a:alpha val="0"/>
                    </a:srgbClr>
                  </a:gs>
                  <a:gs pos="63000">
                    <a:srgbClr val="8EEEB5"/>
                  </a:gs>
                </a:gsLst>
                <a:lin ang="156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1" name="자유형: 도형 10">
              <a:extLst>
                <a:ext uri="{FF2B5EF4-FFF2-40B4-BE49-F238E27FC236}">
                  <a16:creationId xmlns:a16="http://schemas.microsoft.com/office/drawing/2014/main" id="{007CED34-AD08-2455-001F-E6D28AB70162}"/>
                </a:ext>
              </a:extLst>
            </p:cNvPr>
            <p:cNvSpPr/>
            <p:nvPr/>
          </p:nvSpPr>
          <p:spPr>
            <a:xfrm flipH="1" flipV="1">
              <a:off x="2958661" y="72172"/>
              <a:ext cx="4951874" cy="3552861"/>
            </a:xfrm>
            <a:custGeom>
              <a:avLst/>
              <a:gdLst>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951874"/>
                <a:gd name="connsiteY0" fmla="*/ 196474 h 3552860"/>
                <a:gd name="connsiteX1" fmla="*/ 4819426 w 4951874"/>
                <a:gd name="connsiteY1" fmla="*/ 454658 h 3552860"/>
                <a:gd name="connsiteX2" fmla="*/ 0 w 4951874"/>
                <a:gd name="connsiteY2" fmla="*/ 3552860 h 3552860"/>
              </a:gdLst>
              <a:ahLst/>
              <a:cxnLst>
                <a:cxn ang="0">
                  <a:pos x="connsiteX0" y="connsiteY0"/>
                </a:cxn>
                <a:cxn ang="0">
                  <a:pos x="connsiteX1" y="connsiteY1"/>
                </a:cxn>
                <a:cxn ang="0">
                  <a:pos x="connsiteX2" y="connsiteY2"/>
                </a:cxn>
              </a:cxnLst>
              <a:rect l="l" t="t" r="r" b="b"/>
              <a:pathLst>
                <a:path w="4951874" h="3552860">
                  <a:moveTo>
                    <a:pt x="3205779" y="196474"/>
                  </a:moveTo>
                  <a:cubicBezTo>
                    <a:pt x="4161416" y="-93983"/>
                    <a:pt x="5353722" y="-104740"/>
                    <a:pt x="4819426" y="454658"/>
                  </a:cubicBezTo>
                  <a:cubicBezTo>
                    <a:pt x="4285130" y="1014056"/>
                    <a:pt x="2594386" y="2584671"/>
                    <a:pt x="0" y="3552860"/>
                  </a:cubicBezTo>
                </a:path>
              </a:pathLst>
            </a:custGeom>
            <a:noFill/>
            <a:ln w="596900" cap="rnd">
              <a:gradFill flip="none" rotWithShape="1">
                <a:gsLst>
                  <a:gs pos="14000">
                    <a:srgbClr val="E1F7EA">
                      <a:alpha val="39000"/>
                    </a:srgbClr>
                  </a:gs>
                  <a:gs pos="69000">
                    <a:srgbClr val="A9F2C5">
                      <a:alpha val="0"/>
                    </a:srgbClr>
                  </a:gs>
                  <a:gs pos="56000">
                    <a:srgbClr val="8EEEB5">
                      <a:alpha val="36000"/>
                    </a:srgbClr>
                  </a:gs>
                </a:gsLst>
                <a:lin ang="156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 name="사각형: 둥근 모서리 2">
            <a:extLst>
              <a:ext uri="{FF2B5EF4-FFF2-40B4-BE49-F238E27FC236}">
                <a16:creationId xmlns:a16="http://schemas.microsoft.com/office/drawing/2014/main" id="{59E8231C-3F3F-62FB-380B-03E3647CA4C2}"/>
              </a:ext>
            </a:extLst>
          </p:cNvPr>
          <p:cNvSpPr/>
          <p:nvPr/>
        </p:nvSpPr>
        <p:spPr>
          <a:xfrm>
            <a:off x="209548" y="195355"/>
            <a:ext cx="11707655" cy="461982"/>
          </a:xfrm>
          <a:prstGeom prst="roundRect">
            <a:avLst>
              <a:gd name="adj" fmla="val 18062"/>
            </a:avLst>
          </a:prstGeom>
          <a:solidFill>
            <a:schemeClr val="bg1"/>
          </a:solidFill>
          <a:ln w="9525">
            <a:noFill/>
          </a:ln>
          <a:effectLst>
            <a:outerShdw blurRad="114300" dist="76200" dir="2700000" algn="tl" rotWithShape="0">
              <a:srgbClr val="008375">
                <a:alpha val="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0975" marR="0" lvl="0" indent="0" algn="l" defTabSz="914400" rtl="0" eaLnBrk="1" fontAlgn="auto" latinLnBrk="0" hangingPunct="1">
              <a:lnSpc>
                <a:spcPct val="100000"/>
              </a:lnSpc>
              <a:spcBef>
                <a:spcPts val="0"/>
              </a:spcBef>
              <a:spcAft>
                <a:spcPts val="0"/>
              </a:spcAft>
              <a:buClrTx/>
              <a:buSzTx/>
              <a:buFontTx/>
              <a:buNone/>
              <a:tabLst>
                <a:tab pos="2603500" algn="l"/>
              </a:tabLst>
              <a:defRPr/>
            </a:pPr>
            <a:r>
              <a:rPr kumimoji="0" lang="ko-KR" altLang="en-US" sz="1600" b="1" i="0" u="none" strike="noStrike" kern="1200" cap="none" spc="0" normalizeH="0" baseline="0" noProof="0" dirty="0">
                <a:ln>
                  <a:noFill/>
                </a:ln>
                <a:solidFill>
                  <a:srgbClr val="008375"/>
                </a:solidFill>
                <a:effectLst/>
                <a:uLnTx/>
                <a:uFillTx/>
                <a:latin typeface="맑은 고딕" panose="020F0502020204030204"/>
                <a:ea typeface="맑은 고딕" panose="020B0503020000020004" pitchFamily="50" charset="-127"/>
                <a:cs typeface="+mn-cs"/>
              </a:rPr>
              <a:t>컨셉 스케치 </a:t>
            </a:r>
          </a:p>
        </p:txBody>
      </p:sp>
      <p:sp>
        <p:nvSpPr>
          <p:cNvPr id="20" name="TextBox 19">
            <a:extLst>
              <a:ext uri="{FF2B5EF4-FFF2-40B4-BE49-F238E27FC236}">
                <a16:creationId xmlns:a16="http://schemas.microsoft.com/office/drawing/2014/main" id="{A830B766-751D-4EF2-AC0D-6F70F6482C79}"/>
              </a:ext>
            </a:extLst>
          </p:cNvPr>
          <p:cNvSpPr txBox="1"/>
          <p:nvPr/>
        </p:nvSpPr>
        <p:spPr>
          <a:xfrm>
            <a:off x="209548" y="2856048"/>
            <a:ext cx="11595339" cy="1692771"/>
          </a:xfrm>
          <a:prstGeom prst="rect">
            <a:avLst/>
          </a:prstGeom>
          <a:noFill/>
        </p:spPr>
        <p:txBody>
          <a:bodyPr wrap="square" rtlCol="0">
            <a:spAutoFit/>
          </a:bodyPr>
          <a:lstStyle/>
          <a:p>
            <a:r>
              <a:rPr lang="ko-KR" altLang="en-US" sz="1600" b="1" dirty="0"/>
              <a:t>코어 </a:t>
            </a:r>
            <a:r>
              <a:rPr lang="ko-KR" altLang="en-US" sz="1600" b="1" dirty="0" err="1"/>
              <a:t>메카닉스</a:t>
            </a:r>
            <a:r>
              <a:rPr lang="ko-KR" altLang="en-US" sz="1600" b="1" dirty="0"/>
              <a:t> </a:t>
            </a:r>
            <a:r>
              <a:rPr lang="en-US" altLang="ko-KR" sz="1600" b="1" dirty="0"/>
              <a:t>2 : </a:t>
            </a:r>
            <a:r>
              <a:rPr lang="en-US" altLang="ko-KR" sz="1600" dirty="0"/>
              <a:t>AI</a:t>
            </a:r>
            <a:r>
              <a:rPr lang="ko-KR" altLang="en-US" sz="1600" dirty="0"/>
              <a:t>와의 대화를 통한 문제 해결 </a:t>
            </a:r>
            <a:r>
              <a:rPr lang="en-US" altLang="ko-KR" sz="1600" dirty="0"/>
              <a:t>(Riddle Solving via AI Dialogue)</a:t>
            </a:r>
          </a:p>
          <a:p>
            <a:endParaRPr lang="en-US" altLang="ko-KR" sz="1600" dirty="0"/>
          </a:p>
          <a:p>
            <a:r>
              <a:rPr lang="ko-KR" altLang="en-US" sz="1600" dirty="0"/>
              <a:t>이 게임의 핵심적인 </a:t>
            </a:r>
            <a:r>
              <a:rPr lang="en-US" altLang="ko-KR" sz="1600" dirty="0"/>
              <a:t>'</a:t>
            </a:r>
            <a:r>
              <a:rPr lang="ko-KR" altLang="en-US" sz="1600" dirty="0"/>
              <a:t>문제 해결</a:t>
            </a:r>
            <a:r>
              <a:rPr lang="en-US" altLang="ko-KR" sz="1600" dirty="0"/>
              <a:t>' </a:t>
            </a:r>
            <a:r>
              <a:rPr lang="ko-KR" altLang="en-US" sz="1600" dirty="0"/>
              <a:t>방식입니다</a:t>
            </a:r>
            <a:r>
              <a:rPr lang="en-US" altLang="ko-KR" sz="1600" dirty="0"/>
              <a:t>. </a:t>
            </a:r>
            <a:r>
              <a:rPr lang="ko-KR" altLang="en-US" sz="1600" dirty="0"/>
              <a:t>플레이어는 막다른 길에 부딪히거나 다음에 무엇을 해야 할지 모를 때</a:t>
            </a:r>
            <a:r>
              <a:rPr lang="en-US" altLang="ko-KR" sz="1600" dirty="0"/>
              <a:t>, AI</a:t>
            </a:r>
            <a:r>
              <a:rPr lang="ko-KR" altLang="en-US" sz="1600" dirty="0"/>
              <a:t>로부터 </a:t>
            </a:r>
            <a:r>
              <a:rPr lang="en-US" altLang="ko-KR" sz="1600" dirty="0"/>
              <a:t>'</a:t>
            </a:r>
            <a:r>
              <a:rPr lang="ko-KR" altLang="en-US" sz="1600" dirty="0"/>
              <a:t>수수께끼</a:t>
            </a:r>
            <a:r>
              <a:rPr lang="en-US" altLang="ko-KR" sz="1600" dirty="0"/>
              <a:t>'</a:t>
            </a:r>
            <a:r>
              <a:rPr lang="ko-KR" altLang="en-US" sz="1600" dirty="0"/>
              <a:t>의 형태로 힌트를 얻습니다</a:t>
            </a:r>
            <a:r>
              <a:rPr lang="en-US" altLang="ko-KR" sz="1600" dirty="0"/>
              <a:t>. </a:t>
            </a:r>
            <a:r>
              <a:rPr lang="ko-KR" altLang="en-US" sz="1600" dirty="0"/>
              <a:t>이 수수께끼 같은 말들과 </a:t>
            </a:r>
            <a:r>
              <a:rPr lang="en-US" altLang="ko-KR" sz="1600" dirty="0"/>
              <a:t>AI</a:t>
            </a:r>
            <a:r>
              <a:rPr lang="ko-KR" altLang="en-US" sz="1600" dirty="0"/>
              <a:t>가 하는 말 들에서 거짓과 진실을 판별 해석하고 이해하는 것 자체가 게임의 주요 퍼즐이자 재미 요소가 됩니다</a:t>
            </a:r>
            <a:r>
              <a:rPr lang="en-US" altLang="ko-KR" sz="1600" dirty="0"/>
              <a:t>.</a:t>
            </a:r>
          </a:p>
          <a:p>
            <a:endParaRPr lang="en-US" altLang="ko-KR" sz="1200" dirty="0"/>
          </a:p>
          <a:p>
            <a:r>
              <a:rPr lang="ko-KR" altLang="en-US" sz="1200" dirty="0"/>
              <a:t>           </a:t>
            </a:r>
            <a:endParaRPr lang="en-US" altLang="ko-KR" sz="1200" dirty="0"/>
          </a:p>
        </p:txBody>
      </p:sp>
    </p:spTree>
    <p:extLst>
      <p:ext uri="{BB962C8B-B14F-4D97-AF65-F5344CB8AC3E}">
        <p14:creationId xmlns:p14="http://schemas.microsoft.com/office/powerpoint/2010/main" val="3302861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CBD6B-C6AA-7B33-C123-5F7C38708518}"/>
            </a:ext>
          </a:extLst>
        </p:cNvPr>
        <p:cNvGrpSpPr/>
        <p:nvPr/>
      </p:nvGrpSpPr>
      <p:grpSpPr>
        <a:xfrm>
          <a:off x="0" y="0"/>
          <a:ext cx="0" cy="0"/>
          <a:chOff x="0" y="0"/>
          <a:chExt cx="0" cy="0"/>
        </a:xfrm>
      </p:grpSpPr>
      <p:sp>
        <p:nvSpPr>
          <p:cNvPr id="9" name="사각형: 둥근 위쪽 모서리 8">
            <a:extLst>
              <a:ext uri="{FF2B5EF4-FFF2-40B4-BE49-F238E27FC236}">
                <a16:creationId xmlns:a16="http://schemas.microsoft.com/office/drawing/2014/main" id="{FDBE7DDB-CA26-C6A4-C68B-26BA95092C0E}"/>
              </a:ext>
            </a:extLst>
          </p:cNvPr>
          <p:cNvSpPr/>
          <p:nvPr/>
        </p:nvSpPr>
        <p:spPr>
          <a:xfrm rot="5400000">
            <a:off x="-150274" y="149768"/>
            <a:ext cx="1181101" cy="881570"/>
          </a:xfrm>
          <a:custGeom>
            <a:avLst/>
            <a:gdLst>
              <a:gd name="connsiteX0" fmla="*/ 433388 w 866776"/>
              <a:gd name="connsiteY0" fmla="*/ 0 h 881570"/>
              <a:gd name="connsiteX1" fmla="*/ 433388 w 866776"/>
              <a:gd name="connsiteY1" fmla="*/ 0 h 881570"/>
              <a:gd name="connsiteX2" fmla="*/ 866776 w 866776"/>
              <a:gd name="connsiteY2" fmla="*/ 433388 h 881570"/>
              <a:gd name="connsiteX3" fmla="*/ 866776 w 866776"/>
              <a:gd name="connsiteY3" fmla="*/ 881570 h 881570"/>
              <a:gd name="connsiteX4" fmla="*/ 866776 w 866776"/>
              <a:gd name="connsiteY4" fmla="*/ 881570 h 881570"/>
              <a:gd name="connsiteX5" fmla="*/ 0 w 866776"/>
              <a:gd name="connsiteY5" fmla="*/ 881570 h 881570"/>
              <a:gd name="connsiteX6" fmla="*/ 0 w 866776"/>
              <a:gd name="connsiteY6" fmla="*/ 881570 h 881570"/>
              <a:gd name="connsiteX7" fmla="*/ 0 w 866776"/>
              <a:gd name="connsiteY7" fmla="*/ 433388 h 881570"/>
              <a:gd name="connsiteX8" fmla="*/ 433388 w 866776"/>
              <a:gd name="connsiteY8" fmla="*/ 0 h 881570"/>
              <a:gd name="connsiteX0" fmla="*/ 433388 w 1171576"/>
              <a:gd name="connsiteY0" fmla="*/ 0 h 881570"/>
              <a:gd name="connsiteX1" fmla="*/ 433388 w 1171576"/>
              <a:gd name="connsiteY1" fmla="*/ 0 h 881570"/>
              <a:gd name="connsiteX2" fmla="*/ 866776 w 1171576"/>
              <a:gd name="connsiteY2" fmla="*/ 433388 h 881570"/>
              <a:gd name="connsiteX3" fmla="*/ 866776 w 1171576"/>
              <a:gd name="connsiteY3" fmla="*/ 881570 h 881570"/>
              <a:gd name="connsiteX4" fmla="*/ 1171576 w 1171576"/>
              <a:gd name="connsiteY4" fmla="*/ 881570 h 881570"/>
              <a:gd name="connsiteX5" fmla="*/ 0 w 1171576"/>
              <a:gd name="connsiteY5" fmla="*/ 881570 h 881570"/>
              <a:gd name="connsiteX6" fmla="*/ 0 w 1171576"/>
              <a:gd name="connsiteY6" fmla="*/ 881570 h 881570"/>
              <a:gd name="connsiteX7" fmla="*/ 0 w 1171576"/>
              <a:gd name="connsiteY7" fmla="*/ 433388 h 881570"/>
              <a:gd name="connsiteX8" fmla="*/ 433388 w 1171576"/>
              <a:gd name="connsiteY8" fmla="*/ 0 h 881570"/>
              <a:gd name="connsiteX0" fmla="*/ 433388 w 1181101"/>
              <a:gd name="connsiteY0" fmla="*/ 0 h 881570"/>
              <a:gd name="connsiteX1" fmla="*/ 433388 w 1181101"/>
              <a:gd name="connsiteY1" fmla="*/ 0 h 881570"/>
              <a:gd name="connsiteX2" fmla="*/ 866776 w 1181101"/>
              <a:gd name="connsiteY2" fmla="*/ 433388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866776 w 1181101"/>
              <a:gd name="connsiteY2" fmla="*/ 433388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900117 w 1181101"/>
              <a:gd name="connsiteY2" fmla="*/ 438151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900117 w 1181101"/>
              <a:gd name="connsiteY2" fmla="*/ 438151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1101" h="881570">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75250">
                <a:srgbClr val="9CF0BD">
                  <a:alpha val="30000"/>
                </a:srgbClr>
              </a:gs>
              <a:gs pos="16000">
                <a:srgbClr val="98F0BB">
                  <a:alpha val="30000"/>
                </a:srgbClr>
              </a:gs>
              <a:gs pos="0">
                <a:srgbClr val="A9F2C5">
                  <a:alpha val="0"/>
                </a:srgbClr>
              </a:gs>
              <a:gs pos="100000">
                <a:srgbClr val="A9F2C5">
                  <a:alpha val="0"/>
                </a:srgbClr>
              </a:gs>
              <a:gs pos="36000">
                <a:srgbClr val="8EEEB5"/>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nvGrpSpPr>
          <p:cNvPr id="2" name="그룹 1">
            <a:extLst>
              <a:ext uri="{FF2B5EF4-FFF2-40B4-BE49-F238E27FC236}">
                <a16:creationId xmlns:a16="http://schemas.microsoft.com/office/drawing/2014/main" id="{08E2B5E3-CA57-74A1-7B99-5C2506F28866}"/>
              </a:ext>
            </a:extLst>
          </p:cNvPr>
          <p:cNvGrpSpPr/>
          <p:nvPr/>
        </p:nvGrpSpPr>
        <p:grpSpPr>
          <a:xfrm>
            <a:off x="9748971" y="4814962"/>
            <a:ext cx="2797762" cy="2335138"/>
            <a:chOff x="-219662" y="72172"/>
            <a:chExt cx="8130197" cy="6785828"/>
          </a:xfrm>
        </p:grpSpPr>
        <p:sp>
          <p:nvSpPr>
            <p:cNvPr id="7" name="자유형: 도형 6">
              <a:extLst>
                <a:ext uri="{FF2B5EF4-FFF2-40B4-BE49-F238E27FC236}">
                  <a16:creationId xmlns:a16="http://schemas.microsoft.com/office/drawing/2014/main" id="{E96E7F89-9983-D89C-F3C0-9E552D22BF9A}"/>
                </a:ext>
              </a:extLst>
            </p:cNvPr>
            <p:cNvSpPr/>
            <p:nvPr/>
          </p:nvSpPr>
          <p:spPr>
            <a:xfrm>
              <a:off x="-219662" y="3305139"/>
              <a:ext cx="4951874" cy="3552861"/>
            </a:xfrm>
            <a:custGeom>
              <a:avLst/>
              <a:gdLst>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951874"/>
                <a:gd name="connsiteY0" fmla="*/ 196474 h 3552860"/>
                <a:gd name="connsiteX1" fmla="*/ 4819426 w 4951874"/>
                <a:gd name="connsiteY1" fmla="*/ 454658 h 3552860"/>
                <a:gd name="connsiteX2" fmla="*/ 0 w 4951874"/>
                <a:gd name="connsiteY2" fmla="*/ 3552860 h 3552860"/>
              </a:gdLst>
              <a:ahLst/>
              <a:cxnLst>
                <a:cxn ang="0">
                  <a:pos x="connsiteX0" y="connsiteY0"/>
                </a:cxn>
                <a:cxn ang="0">
                  <a:pos x="connsiteX1" y="connsiteY1"/>
                </a:cxn>
                <a:cxn ang="0">
                  <a:pos x="connsiteX2" y="connsiteY2"/>
                </a:cxn>
              </a:cxnLst>
              <a:rect l="l" t="t" r="r" b="b"/>
              <a:pathLst>
                <a:path w="4951874" h="3552860">
                  <a:moveTo>
                    <a:pt x="3205779" y="196474"/>
                  </a:moveTo>
                  <a:cubicBezTo>
                    <a:pt x="4161416" y="-93983"/>
                    <a:pt x="5353722" y="-104740"/>
                    <a:pt x="4819426" y="454658"/>
                  </a:cubicBezTo>
                  <a:cubicBezTo>
                    <a:pt x="4285130" y="1014056"/>
                    <a:pt x="2594386" y="2584671"/>
                    <a:pt x="0" y="3552860"/>
                  </a:cubicBezTo>
                </a:path>
              </a:pathLst>
            </a:custGeom>
            <a:noFill/>
            <a:ln w="596900" cap="rnd">
              <a:gradFill flip="none" rotWithShape="1">
                <a:gsLst>
                  <a:gs pos="20000">
                    <a:srgbClr val="E1F7EA">
                      <a:alpha val="0"/>
                    </a:srgbClr>
                  </a:gs>
                  <a:gs pos="95000">
                    <a:srgbClr val="A9F2C5">
                      <a:alpha val="0"/>
                    </a:srgbClr>
                  </a:gs>
                  <a:gs pos="63000">
                    <a:srgbClr val="8EEEB5"/>
                  </a:gs>
                </a:gsLst>
                <a:lin ang="156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1" name="자유형: 도형 10">
              <a:extLst>
                <a:ext uri="{FF2B5EF4-FFF2-40B4-BE49-F238E27FC236}">
                  <a16:creationId xmlns:a16="http://schemas.microsoft.com/office/drawing/2014/main" id="{007CED34-AD08-2455-001F-E6D28AB70162}"/>
                </a:ext>
              </a:extLst>
            </p:cNvPr>
            <p:cNvSpPr/>
            <p:nvPr/>
          </p:nvSpPr>
          <p:spPr>
            <a:xfrm flipH="1" flipV="1">
              <a:off x="2958661" y="72172"/>
              <a:ext cx="4951874" cy="3552861"/>
            </a:xfrm>
            <a:custGeom>
              <a:avLst/>
              <a:gdLst>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951874"/>
                <a:gd name="connsiteY0" fmla="*/ 196474 h 3552860"/>
                <a:gd name="connsiteX1" fmla="*/ 4819426 w 4951874"/>
                <a:gd name="connsiteY1" fmla="*/ 454658 h 3552860"/>
                <a:gd name="connsiteX2" fmla="*/ 0 w 4951874"/>
                <a:gd name="connsiteY2" fmla="*/ 3552860 h 3552860"/>
              </a:gdLst>
              <a:ahLst/>
              <a:cxnLst>
                <a:cxn ang="0">
                  <a:pos x="connsiteX0" y="connsiteY0"/>
                </a:cxn>
                <a:cxn ang="0">
                  <a:pos x="connsiteX1" y="connsiteY1"/>
                </a:cxn>
                <a:cxn ang="0">
                  <a:pos x="connsiteX2" y="connsiteY2"/>
                </a:cxn>
              </a:cxnLst>
              <a:rect l="l" t="t" r="r" b="b"/>
              <a:pathLst>
                <a:path w="4951874" h="3552860">
                  <a:moveTo>
                    <a:pt x="3205779" y="196474"/>
                  </a:moveTo>
                  <a:cubicBezTo>
                    <a:pt x="4161416" y="-93983"/>
                    <a:pt x="5353722" y="-104740"/>
                    <a:pt x="4819426" y="454658"/>
                  </a:cubicBezTo>
                  <a:cubicBezTo>
                    <a:pt x="4285130" y="1014056"/>
                    <a:pt x="2594386" y="2584671"/>
                    <a:pt x="0" y="3552860"/>
                  </a:cubicBezTo>
                </a:path>
              </a:pathLst>
            </a:custGeom>
            <a:noFill/>
            <a:ln w="596900" cap="rnd">
              <a:gradFill flip="none" rotWithShape="1">
                <a:gsLst>
                  <a:gs pos="14000">
                    <a:srgbClr val="E1F7EA">
                      <a:alpha val="39000"/>
                    </a:srgbClr>
                  </a:gs>
                  <a:gs pos="69000">
                    <a:srgbClr val="A9F2C5">
                      <a:alpha val="0"/>
                    </a:srgbClr>
                  </a:gs>
                  <a:gs pos="56000">
                    <a:srgbClr val="8EEEB5">
                      <a:alpha val="36000"/>
                    </a:srgbClr>
                  </a:gs>
                </a:gsLst>
                <a:lin ang="156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 name="사각형: 둥근 모서리 2">
            <a:extLst>
              <a:ext uri="{FF2B5EF4-FFF2-40B4-BE49-F238E27FC236}">
                <a16:creationId xmlns:a16="http://schemas.microsoft.com/office/drawing/2014/main" id="{59E8231C-3F3F-62FB-380B-03E3647CA4C2}"/>
              </a:ext>
            </a:extLst>
          </p:cNvPr>
          <p:cNvSpPr/>
          <p:nvPr/>
        </p:nvSpPr>
        <p:spPr>
          <a:xfrm>
            <a:off x="209548" y="195355"/>
            <a:ext cx="11707655" cy="461982"/>
          </a:xfrm>
          <a:prstGeom prst="roundRect">
            <a:avLst>
              <a:gd name="adj" fmla="val 18062"/>
            </a:avLst>
          </a:prstGeom>
          <a:solidFill>
            <a:schemeClr val="bg1"/>
          </a:solidFill>
          <a:ln w="9525">
            <a:noFill/>
          </a:ln>
          <a:effectLst>
            <a:outerShdw blurRad="114300" dist="76200" dir="2700000" algn="tl" rotWithShape="0">
              <a:srgbClr val="008375">
                <a:alpha val="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0975" marR="0" lvl="0" indent="0" algn="l" defTabSz="914400" rtl="0" eaLnBrk="1" fontAlgn="auto" latinLnBrk="0" hangingPunct="1">
              <a:lnSpc>
                <a:spcPct val="100000"/>
              </a:lnSpc>
              <a:spcBef>
                <a:spcPts val="0"/>
              </a:spcBef>
              <a:spcAft>
                <a:spcPts val="0"/>
              </a:spcAft>
              <a:buClrTx/>
              <a:buSzTx/>
              <a:buFontTx/>
              <a:buNone/>
              <a:tabLst>
                <a:tab pos="2603500" algn="l"/>
              </a:tabLst>
              <a:defRPr/>
            </a:pPr>
            <a:r>
              <a:rPr kumimoji="0" lang="ko-KR" altLang="en-US" sz="1600" b="1" i="0" u="none" strike="noStrike" kern="1200" cap="none" spc="0" normalizeH="0" baseline="0" noProof="0" dirty="0">
                <a:ln>
                  <a:noFill/>
                </a:ln>
                <a:solidFill>
                  <a:srgbClr val="008375"/>
                </a:solidFill>
                <a:effectLst/>
                <a:uLnTx/>
                <a:uFillTx/>
                <a:latin typeface="맑은 고딕" panose="020F0502020204030204"/>
                <a:ea typeface="맑은 고딕" panose="020B0503020000020004" pitchFamily="50" charset="-127"/>
                <a:cs typeface="+mn-cs"/>
              </a:rPr>
              <a:t>컨셉 스케치 </a:t>
            </a:r>
          </a:p>
        </p:txBody>
      </p:sp>
      <p:sp>
        <p:nvSpPr>
          <p:cNvPr id="20" name="TextBox 19">
            <a:extLst>
              <a:ext uri="{FF2B5EF4-FFF2-40B4-BE49-F238E27FC236}">
                <a16:creationId xmlns:a16="http://schemas.microsoft.com/office/drawing/2014/main" id="{A830B766-751D-4EF2-AC0D-6F70F6482C79}"/>
              </a:ext>
            </a:extLst>
          </p:cNvPr>
          <p:cNvSpPr txBox="1"/>
          <p:nvPr/>
        </p:nvSpPr>
        <p:spPr>
          <a:xfrm>
            <a:off x="99375" y="1769865"/>
            <a:ext cx="11595339" cy="1323439"/>
          </a:xfrm>
          <a:prstGeom prst="rect">
            <a:avLst/>
          </a:prstGeom>
          <a:noFill/>
        </p:spPr>
        <p:txBody>
          <a:bodyPr wrap="square" rtlCol="0">
            <a:spAutoFit/>
          </a:bodyPr>
          <a:lstStyle/>
          <a:p>
            <a:r>
              <a:rPr lang="ko-KR" altLang="en-US" sz="1600" b="1" dirty="0"/>
              <a:t>코어 </a:t>
            </a:r>
            <a:r>
              <a:rPr lang="ko-KR" altLang="en-US" sz="1600" b="1" dirty="0" err="1"/>
              <a:t>메카닉스</a:t>
            </a:r>
            <a:r>
              <a:rPr lang="ko-KR" altLang="en-US" sz="1600" b="1" dirty="0"/>
              <a:t> </a:t>
            </a:r>
            <a:r>
              <a:rPr lang="en-US" altLang="ko-KR" sz="1600" b="1" dirty="0"/>
              <a:t>3 : </a:t>
            </a:r>
            <a:r>
              <a:rPr lang="ko-KR" altLang="en-US" sz="1600" dirty="0"/>
              <a:t>텍스트 입력을 통한 상호작용 </a:t>
            </a:r>
            <a:r>
              <a:rPr lang="en-US" altLang="ko-KR" sz="1600" dirty="0"/>
              <a:t>(Interaction via Text Input)</a:t>
            </a:r>
          </a:p>
          <a:p>
            <a:endParaRPr lang="en-US" altLang="ko-KR" sz="1600" dirty="0"/>
          </a:p>
          <a:p>
            <a:r>
              <a:rPr lang="ko-KR" altLang="en-US" sz="1600" dirty="0"/>
              <a:t> 플레이어는 단순히 선택지를 고르는 것이 아니라</a:t>
            </a:r>
            <a:r>
              <a:rPr lang="en-US" altLang="ko-KR" sz="1600" dirty="0"/>
              <a:t>, </a:t>
            </a:r>
            <a:r>
              <a:rPr lang="ko-KR" altLang="en-US" sz="1600" dirty="0"/>
              <a:t>직접 키보드로 단어나 문장을 **입력</a:t>
            </a:r>
            <a:r>
              <a:rPr lang="en-US" altLang="ko-KR" sz="1600" dirty="0"/>
              <a:t>(INPUT FIELD)**</a:t>
            </a:r>
            <a:r>
              <a:rPr lang="ko-KR" altLang="en-US" sz="1600" dirty="0"/>
              <a:t>하여 </a:t>
            </a:r>
            <a:r>
              <a:rPr lang="en-US" altLang="ko-KR" sz="1600" dirty="0"/>
              <a:t>AI</a:t>
            </a:r>
            <a:r>
              <a:rPr lang="ko-KR" altLang="en-US" sz="1600" dirty="0"/>
              <a:t>와 소통하고 퍼즐을 풉니다</a:t>
            </a:r>
            <a:r>
              <a:rPr lang="en-US" altLang="ko-KR" sz="1600" dirty="0"/>
              <a:t>.</a:t>
            </a:r>
          </a:p>
          <a:p>
            <a:r>
              <a:rPr lang="ko-KR" altLang="en-US" sz="1600" dirty="0"/>
              <a:t>           </a:t>
            </a:r>
            <a:endParaRPr lang="en-US" altLang="ko-KR" sz="1600" dirty="0"/>
          </a:p>
        </p:txBody>
      </p:sp>
      <p:sp>
        <p:nvSpPr>
          <p:cNvPr id="4" name="TextBox 3">
            <a:extLst>
              <a:ext uri="{FF2B5EF4-FFF2-40B4-BE49-F238E27FC236}">
                <a16:creationId xmlns:a16="http://schemas.microsoft.com/office/drawing/2014/main" id="{401CEBBB-9E08-4561-A9BF-90CDDCB9394E}"/>
              </a:ext>
            </a:extLst>
          </p:cNvPr>
          <p:cNvSpPr txBox="1"/>
          <p:nvPr/>
        </p:nvSpPr>
        <p:spPr>
          <a:xfrm>
            <a:off x="269825" y="3674852"/>
            <a:ext cx="11254438" cy="1200329"/>
          </a:xfrm>
          <a:prstGeom prst="rect">
            <a:avLst/>
          </a:prstGeom>
          <a:noFill/>
        </p:spPr>
        <p:txBody>
          <a:bodyPr wrap="square" rtlCol="0">
            <a:spAutoFit/>
          </a:bodyPr>
          <a:lstStyle/>
          <a:p>
            <a:r>
              <a:rPr lang="ko-KR" altLang="en-US" b="1" dirty="0"/>
              <a:t>플레이어 행동</a:t>
            </a:r>
            <a:endParaRPr lang="en-US" altLang="ko-KR" b="1" dirty="0"/>
          </a:p>
          <a:p>
            <a:endParaRPr lang="en-US" altLang="ko-KR" dirty="0"/>
          </a:p>
          <a:p>
            <a:r>
              <a:rPr lang="ko-KR" altLang="en-US" dirty="0"/>
              <a:t>수수께끼의 정답을 직접 타이핑하기</a:t>
            </a:r>
            <a:r>
              <a:rPr lang="en-US" altLang="ko-KR" dirty="0"/>
              <a:t>, </a:t>
            </a:r>
            <a:r>
              <a:rPr lang="ko-KR" altLang="en-US" dirty="0"/>
              <a:t>특정 증거에 대해 앵무새 키워드로 질문하기</a:t>
            </a:r>
            <a:r>
              <a:rPr lang="en-US" altLang="ko-KR" dirty="0"/>
              <a:t>, </a:t>
            </a:r>
            <a:r>
              <a:rPr lang="ko-KR" altLang="en-US" dirty="0"/>
              <a:t>잠긴 문에 암호를 입력하기 등</a:t>
            </a:r>
          </a:p>
        </p:txBody>
      </p:sp>
    </p:spTree>
    <p:extLst>
      <p:ext uri="{BB962C8B-B14F-4D97-AF65-F5344CB8AC3E}">
        <p14:creationId xmlns:p14="http://schemas.microsoft.com/office/powerpoint/2010/main" val="11455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CBD6B-C6AA-7B33-C123-5F7C38708518}"/>
            </a:ext>
          </a:extLst>
        </p:cNvPr>
        <p:cNvGrpSpPr/>
        <p:nvPr/>
      </p:nvGrpSpPr>
      <p:grpSpPr>
        <a:xfrm>
          <a:off x="0" y="0"/>
          <a:ext cx="0" cy="0"/>
          <a:chOff x="0" y="0"/>
          <a:chExt cx="0" cy="0"/>
        </a:xfrm>
      </p:grpSpPr>
      <p:sp>
        <p:nvSpPr>
          <p:cNvPr id="9" name="사각형: 둥근 위쪽 모서리 8">
            <a:extLst>
              <a:ext uri="{FF2B5EF4-FFF2-40B4-BE49-F238E27FC236}">
                <a16:creationId xmlns:a16="http://schemas.microsoft.com/office/drawing/2014/main" id="{FDBE7DDB-CA26-C6A4-C68B-26BA95092C0E}"/>
              </a:ext>
            </a:extLst>
          </p:cNvPr>
          <p:cNvSpPr/>
          <p:nvPr/>
        </p:nvSpPr>
        <p:spPr>
          <a:xfrm rot="5400000">
            <a:off x="-150274" y="149768"/>
            <a:ext cx="1181101" cy="881570"/>
          </a:xfrm>
          <a:custGeom>
            <a:avLst/>
            <a:gdLst>
              <a:gd name="connsiteX0" fmla="*/ 433388 w 866776"/>
              <a:gd name="connsiteY0" fmla="*/ 0 h 881570"/>
              <a:gd name="connsiteX1" fmla="*/ 433388 w 866776"/>
              <a:gd name="connsiteY1" fmla="*/ 0 h 881570"/>
              <a:gd name="connsiteX2" fmla="*/ 866776 w 866776"/>
              <a:gd name="connsiteY2" fmla="*/ 433388 h 881570"/>
              <a:gd name="connsiteX3" fmla="*/ 866776 w 866776"/>
              <a:gd name="connsiteY3" fmla="*/ 881570 h 881570"/>
              <a:gd name="connsiteX4" fmla="*/ 866776 w 866776"/>
              <a:gd name="connsiteY4" fmla="*/ 881570 h 881570"/>
              <a:gd name="connsiteX5" fmla="*/ 0 w 866776"/>
              <a:gd name="connsiteY5" fmla="*/ 881570 h 881570"/>
              <a:gd name="connsiteX6" fmla="*/ 0 w 866776"/>
              <a:gd name="connsiteY6" fmla="*/ 881570 h 881570"/>
              <a:gd name="connsiteX7" fmla="*/ 0 w 866776"/>
              <a:gd name="connsiteY7" fmla="*/ 433388 h 881570"/>
              <a:gd name="connsiteX8" fmla="*/ 433388 w 866776"/>
              <a:gd name="connsiteY8" fmla="*/ 0 h 881570"/>
              <a:gd name="connsiteX0" fmla="*/ 433388 w 1171576"/>
              <a:gd name="connsiteY0" fmla="*/ 0 h 881570"/>
              <a:gd name="connsiteX1" fmla="*/ 433388 w 1171576"/>
              <a:gd name="connsiteY1" fmla="*/ 0 h 881570"/>
              <a:gd name="connsiteX2" fmla="*/ 866776 w 1171576"/>
              <a:gd name="connsiteY2" fmla="*/ 433388 h 881570"/>
              <a:gd name="connsiteX3" fmla="*/ 866776 w 1171576"/>
              <a:gd name="connsiteY3" fmla="*/ 881570 h 881570"/>
              <a:gd name="connsiteX4" fmla="*/ 1171576 w 1171576"/>
              <a:gd name="connsiteY4" fmla="*/ 881570 h 881570"/>
              <a:gd name="connsiteX5" fmla="*/ 0 w 1171576"/>
              <a:gd name="connsiteY5" fmla="*/ 881570 h 881570"/>
              <a:gd name="connsiteX6" fmla="*/ 0 w 1171576"/>
              <a:gd name="connsiteY6" fmla="*/ 881570 h 881570"/>
              <a:gd name="connsiteX7" fmla="*/ 0 w 1171576"/>
              <a:gd name="connsiteY7" fmla="*/ 433388 h 881570"/>
              <a:gd name="connsiteX8" fmla="*/ 433388 w 1171576"/>
              <a:gd name="connsiteY8" fmla="*/ 0 h 881570"/>
              <a:gd name="connsiteX0" fmla="*/ 433388 w 1181101"/>
              <a:gd name="connsiteY0" fmla="*/ 0 h 881570"/>
              <a:gd name="connsiteX1" fmla="*/ 433388 w 1181101"/>
              <a:gd name="connsiteY1" fmla="*/ 0 h 881570"/>
              <a:gd name="connsiteX2" fmla="*/ 866776 w 1181101"/>
              <a:gd name="connsiteY2" fmla="*/ 433388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866776 w 1181101"/>
              <a:gd name="connsiteY2" fmla="*/ 433388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900117 w 1181101"/>
              <a:gd name="connsiteY2" fmla="*/ 438151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900117 w 1181101"/>
              <a:gd name="connsiteY2" fmla="*/ 438151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1101" h="881570">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75250">
                <a:srgbClr val="9CF0BD">
                  <a:alpha val="30000"/>
                </a:srgbClr>
              </a:gs>
              <a:gs pos="16000">
                <a:srgbClr val="98F0BB">
                  <a:alpha val="30000"/>
                </a:srgbClr>
              </a:gs>
              <a:gs pos="0">
                <a:srgbClr val="A9F2C5">
                  <a:alpha val="0"/>
                </a:srgbClr>
              </a:gs>
              <a:gs pos="100000">
                <a:srgbClr val="A9F2C5">
                  <a:alpha val="0"/>
                </a:srgbClr>
              </a:gs>
              <a:gs pos="36000">
                <a:srgbClr val="8EEEB5"/>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nvGrpSpPr>
          <p:cNvPr id="2" name="그룹 1">
            <a:extLst>
              <a:ext uri="{FF2B5EF4-FFF2-40B4-BE49-F238E27FC236}">
                <a16:creationId xmlns:a16="http://schemas.microsoft.com/office/drawing/2014/main" id="{08E2B5E3-CA57-74A1-7B99-5C2506F28866}"/>
              </a:ext>
            </a:extLst>
          </p:cNvPr>
          <p:cNvGrpSpPr/>
          <p:nvPr/>
        </p:nvGrpSpPr>
        <p:grpSpPr>
          <a:xfrm>
            <a:off x="9748971" y="4814962"/>
            <a:ext cx="2797762" cy="2335138"/>
            <a:chOff x="-219662" y="72172"/>
            <a:chExt cx="8130197" cy="6785828"/>
          </a:xfrm>
        </p:grpSpPr>
        <p:sp>
          <p:nvSpPr>
            <p:cNvPr id="7" name="자유형: 도형 6">
              <a:extLst>
                <a:ext uri="{FF2B5EF4-FFF2-40B4-BE49-F238E27FC236}">
                  <a16:creationId xmlns:a16="http://schemas.microsoft.com/office/drawing/2014/main" id="{E96E7F89-9983-D89C-F3C0-9E552D22BF9A}"/>
                </a:ext>
              </a:extLst>
            </p:cNvPr>
            <p:cNvSpPr/>
            <p:nvPr/>
          </p:nvSpPr>
          <p:spPr>
            <a:xfrm>
              <a:off x="-219662" y="3305139"/>
              <a:ext cx="4951874" cy="3552861"/>
            </a:xfrm>
            <a:custGeom>
              <a:avLst/>
              <a:gdLst>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951874"/>
                <a:gd name="connsiteY0" fmla="*/ 196474 h 3552860"/>
                <a:gd name="connsiteX1" fmla="*/ 4819426 w 4951874"/>
                <a:gd name="connsiteY1" fmla="*/ 454658 h 3552860"/>
                <a:gd name="connsiteX2" fmla="*/ 0 w 4951874"/>
                <a:gd name="connsiteY2" fmla="*/ 3552860 h 3552860"/>
              </a:gdLst>
              <a:ahLst/>
              <a:cxnLst>
                <a:cxn ang="0">
                  <a:pos x="connsiteX0" y="connsiteY0"/>
                </a:cxn>
                <a:cxn ang="0">
                  <a:pos x="connsiteX1" y="connsiteY1"/>
                </a:cxn>
                <a:cxn ang="0">
                  <a:pos x="connsiteX2" y="connsiteY2"/>
                </a:cxn>
              </a:cxnLst>
              <a:rect l="l" t="t" r="r" b="b"/>
              <a:pathLst>
                <a:path w="4951874" h="3552860">
                  <a:moveTo>
                    <a:pt x="3205779" y="196474"/>
                  </a:moveTo>
                  <a:cubicBezTo>
                    <a:pt x="4161416" y="-93983"/>
                    <a:pt x="5353722" y="-104740"/>
                    <a:pt x="4819426" y="454658"/>
                  </a:cubicBezTo>
                  <a:cubicBezTo>
                    <a:pt x="4285130" y="1014056"/>
                    <a:pt x="2594386" y="2584671"/>
                    <a:pt x="0" y="3552860"/>
                  </a:cubicBezTo>
                </a:path>
              </a:pathLst>
            </a:custGeom>
            <a:noFill/>
            <a:ln w="596900" cap="rnd">
              <a:gradFill flip="none" rotWithShape="1">
                <a:gsLst>
                  <a:gs pos="20000">
                    <a:srgbClr val="E1F7EA">
                      <a:alpha val="0"/>
                    </a:srgbClr>
                  </a:gs>
                  <a:gs pos="95000">
                    <a:srgbClr val="A9F2C5">
                      <a:alpha val="0"/>
                    </a:srgbClr>
                  </a:gs>
                  <a:gs pos="63000">
                    <a:srgbClr val="8EEEB5"/>
                  </a:gs>
                </a:gsLst>
                <a:lin ang="156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1" name="자유형: 도형 10">
              <a:extLst>
                <a:ext uri="{FF2B5EF4-FFF2-40B4-BE49-F238E27FC236}">
                  <a16:creationId xmlns:a16="http://schemas.microsoft.com/office/drawing/2014/main" id="{007CED34-AD08-2455-001F-E6D28AB70162}"/>
                </a:ext>
              </a:extLst>
            </p:cNvPr>
            <p:cNvSpPr/>
            <p:nvPr/>
          </p:nvSpPr>
          <p:spPr>
            <a:xfrm flipH="1" flipV="1">
              <a:off x="2958661" y="72172"/>
              <a:ext cx="4951874" cy="3552861"/>
            </a:xfrm>
            <a:custGeom>
              <a:avLst/>
              <a:gdLst>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951874"/>
                <a:gd name="connsiteY0" fmla="*/ 196474 h 3552860"/>
                <a:gd name="connsiteX1" fmla="*/ 4819426 w 4951874"/>
                <a:gd name="connsiteY1" fmla="*/ 454658 h 3552860"/>
                <a:gd name="connsiteX2" fmla="*/ 0 w 4951874"/>
                <a:gd name="connsiteY2" fmla="*/ 3552860 h 3552860"/>
              </a:gdLst>
              <a:ahLst/>
              <a:cxnLst>
                <a:cxn ang="0">
                  <a:pos x="connsiteX0" y="connsiteY0"/>
                </a:cxn>
                <a:cxn ang="0">
                  <a:pos x="connsiteX1" y="connsiteY1"/>
                </a:cxn>
                <a:cxn ang="0">
                  <a:pos x="connsiteX2" y="connsiteY2"/>
                </a:cxn>
              </a:cxnLst>
              <a:rect l="l" t="t" r="r" b="b"/>
              <a:pathLst>
                <a:path w="4951874" h="3552860">
                  <a:moveTo>
                    <a:pt x="3205779" y="196474"/>
                  </a:moveTo>
                  <a:cubicBezTo>
                    <a:pt x="4161416" y="-93983"/>
                    <a:pt x="5353722" y="-104740"/>
                    <a:pt x="4819426" y="454658"/>
                  </a:cubicBezTo>
                  <a:cubicBezTo>
                    <a:pt x="4285130" y="1014056"/>
                    <a:pt x="2594386" y="2584671"/>
                    <a:pt x="0" y="3552860"/>
                  </a:cubicBezTo>
                </a:path>
              </a:pathLst>
            </a:custGeom>
            <a:noFill/>
            <a:ln w="596900" cap="rnd">
              <a:gradFill flip="none" rotWithShape="1">
                <a:gsLst>
                  <a:gs pos="14000">
                    <a:srgbClr val="E1F7EA">
                      <a:alpha val="39000"/>
                    </a:srgbClr>
                  </a:gs>
                  <a:gs pos="69000">
                    <a:srgbClr val="A9F2C5">
                      <a:alpha val="0"/>
                    </a:srgbClr>
                  </a:gs>
                  <a:gs pos="56000">
                    <a:srgbClr val="8EEEB5">
                      <a:alpha val="36000"/>
                    </a:srgbClr>
                  </a:gs>
                </a:gsLst>
                <a:lin ang="156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 name="사각형: 둥근 모서리 2">
            <a:extLst>
              <a:ext uri="{FF2B5EF4-FFF2-40B4-BE49-F238E27FC236}">
                <a16:creationId xmlns:a16="http://schemas.microsoft.com/office/drawing/2014/main" id="{59E8231C-3F3F-62FB-380B-03E3647CA4C2}"/>
              </a:ext>
            </a:extLst>
          </p:cNvPr>
          <p:cNvSpPr/>
          <p:nvPr/>
        </p:nvSpPr>
        <p:spPr>
          <a:xfrm>
            <a:off x="222248" y="195355"/>
            <a:ext cx="11707655" cy="461982"/>
          </a:xfrm>
          <a:prstGeom prst="roundRect">
            <a:avLst>
              <a:gd name="adj" fmla="val 18062"/>
            </a:avLst>
          </a:prstGeom>
          <a:solidFill>
            <a:schemeClr val="bg1"/>
          </a:solidFill>
          <a:ln w="9525">
            <a:noFill/>
          </a:ln>
          <a:effectLst>
            <a:outerShdw blurRad="114300" dist="76200" dir="2700000" algn="tl" rotWithShape="0">
              <a:srgbClr val="008375">
                <a:alpha val="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0975" marR="0" lvl="0" indent="0" algn="l" defTabSz="914400" rtl="0" eaLnBrk="1" fontAlgn="auto" latinLnBrk="0" hangingPunct="1">
              <a:lnSpc>
                <a:spcPct val="100000"/>
              </a:lnSpc>
              <a:spcBef>
                <a:spcPts val="0"/>
              </a:spcBef>
              <a:spcAft>
                <a:spcPts val="0"/>
              </a:spcAft>
              <a:buClrTx/>
              <a:buSzTx/>
              <a:buFontTx/>
              <a:buNone/>
              <a:tabLst>
                <a:tab pos="2603500" algn="l"/>
              </a:tabLst>
              <a:defRPr/>
            </a:pPr>
            <a:r>
              <a:rPr kumimoji="0" lang="ko-KR" altLang="en-US" sz="1600" b="1" i="0" u="none" strike="noStrike" kern="1200" cap="none" spc="0" normalizeH="0" baseline="0" noProof="0" dirty="0">
                <a:ln>
                  <a:noFill/>
                </a:ln>
                <a:solidFill>
                  <a:srgbClr val="008375"/>
                </a:solidFill>
                <a:effectLst/>
                <a:uLnTx/>
                <a:uFillTx/>
                <a:latin typeface="맑은 고딕" panose="020F0502020204030204"/>
                <a:ea typeface="맑은 고딕" panose="020B0503020000020004" pitchFamily="50" charset="-127"/>
                <a:cs typeface="+mn-cs"/>
              </a:rPr>
              <a:t>컨셉 스케치 </a:t>
            </a:r>
            <a:r>
              <a:rPr lang="en-US" altLang="ko-KR" sz="1600" b="1" dirty="0">
                <a:solidFill>
                  <a:srgbClr val="008375"/>
                </a:solidFill>
                <a:latin typeface="맑은 고딕" panose="020F0502020204030204"/>
                <a:ea typeface="맑은 고딕" panose="020B0503020000020004" pitchFamily="50" charset="-127"/>
              </a:rPr>
              <a:t>(</a:t>
            </a:r>
            <a:r>
              <a:rPr lang="ko-KR" altLang="en-US" sz="1600" b="1" dirty="0">
                <a:solidFill>
                  <a:srgbClr val="008375"/>
                </a:solidFill>
                <a:latin typeface="맑은 고딕" panose="020F0502020204030204"/>
                <a:ea typeface="맑은 고딕" panose="020B0503020000020004" pitchFamily="50" charset="-127"/>
              </a:rPr>
              <a:t>캐릭터 컨셉</a:t>
            </a:r>
            <a:r>
              <a:rPr lang="en-US" altLang="ko-KR" sz="1600" b="1" dirty="0">
                <a:solidFill>
                  <a:srgbClr val="008375"/>
                </a:solidFill>
                <a:latin typeface="맑은 고딕" panose="020F0502020204030204"/>
                <a:ea typeface="맑은 고딕" panose="020B0503020000020004" pitchFamily="50" charset="-127"/>
              </a:rPr>
              <a:t>)</a:t>
            </a:r>
            <a:endParaRPr kumimoji="0" lang="ko-KR" altLang="en-US" sz="1600" b="1" i="0" u="none" strike="noStrike" kern="1200" cap="none" spc="0" normalizeH="0" baseline="0" noProof="0" dirty="0">
              <a:ln>
                <a:noFill/>
              </a:ln>
              <a:solidFill>
                <a:srgbClr val="008375"/>
              </a:solidFill>
              <a:effectLst/>
              <a:uLnTx/>
              <a:uFillTx/>
              <a:latin typeface="맑은 고딕" panose="020F0502020204030204"/>
              <a:ea typeface="맑은 고딕" panose="020B0503020000020004" pitchFamily="50" charset="-127"/>
              <a:cs typeface="+mn-cs"/>
            </a:endParaRPr>
          </a:p>
        </p:txBody>
      </p:sp>
      <p:sp>
        <p:nvSpPr>
          <p:cNvPr id="20" name="TextBox 19">
            <a:extLst>
              <a:ext uri="{FF2B5EF4-FFF2-40B4-BE49-F238E27FC236}">
                <a16:creationId xmlns:a16="http://schemas.microsoft.com/office/drawing/2014/main" id="{A830B766-751D-4EF2-AC0D-6F70F6482C79}"/>
              </a:ext>
            </a:extLst>
          </p:cNvPr>
          <p:cNvSpPr txBox="1"/>
          <p:nvPr/>
        </p:nvSpPr>
        <p:spPr>
          <a:xfrm>
            <a:off x="222248" y="1154312"/>
            <a:ext cx="11595339" cy="1231106"/>
          </a:xfrm>
          <a:prstGeom prst="rect">
            <a:avLst/>
          </a:prstGeom>
          <a:noFill/>
        </p:spPr>
        <p:txBody>
          <a:bodyPr wrap="square" rtlCol="0">
            <a:spAutoFit/>
          </a:bodyPr>
          <a:lstStyle/>
          <a:p>
            <a:r>
              <a:rPr lang="ko-KR" altLang="en-US" b="1" dirty="0"/>
              <a:t>주인공 컨셉 </a:t>
            </a:r>
            <a:r>
              <a:rPr lang="en-US" altLang="ko-KR" b="1" dirty="0"/>
              <a:t> </a:t>
            </a:r>
          </a:p>
          <a:p>
            <a:endParaRPr lang="en-US" altLang="ko-KR" sz="1400" b="1" dirty="0"/>
          </a:p>
          <a:p>
            <a:r>
              <a:rPr lang="ko-KR" altLang="en-US" sz="1400" dirty="0"/>
              <a:t>주인공</a:t>
            </a:r>
            <a:r>
              <a:rPr lang="en-US" altLang="ko-KR" sz="1400" dirty="0"/>
              <a:t>(</a:t>
            </a:r>
            <a:r>
              <a:rPr lang="ko-KR" altLang="en-US" sz="1400" dirty="0"/>
              <a:t>공무원</a:t>
            </a:r>
            <a:r>
              <a:rPr lang="en-US" altLang="ko-KR" sz="1400" dirty="0"/>
              <a:t>) : 25</a:t>
            </a:r>
            <a:r>
              <a:rPr lang="ko-KR" altLang="en-US" sz="1400" dirty="0"/>
              <a:t>살에 대학교를 졸업하고</a:t>
            </a:r>
            <a:r>
              <a:rPr lang="en-US" altLang="ko-KR" sz="1400" dirty="0"/>
              <a:t> 28</a:t>
            </a:r>
            <a:r>
              <a:rPr lang="ko-KR" altLang="en-US" sz="1400" dirty="0"/>
              <a:t>살에 공무원에 합격하였다</a:t>
            </a:r>
            <a:r>
              <a:rPr lang="en-US" altLang="ko-KR" sz="1400" dirty="0"/>
              <a:t>. </a:t>
            </a:r>
            <a:r>
              <a:rPr lang="ko-KR" altLang="en-US" sz="1400" dirty="0"/>
              <a:t>동사무소 민원팀에 배정을 받고 일을 하던 중 하나의 민원을 받게 된다</a:t>
            </a:r>
            <a:r>
              <a:rPr lang="en-US" altLang="ko-KR" sz="1400" dirty="0"/>
              <a:t>. </a:t>
            </a:r>
            <a:r>
              <a:rPr lang="ko-KR" altLang="en-US" sz="1400" dirty="0"/>
              <a:t>민원의 내용은 어떠한 집에 썩은 내가 난다는 것이었다</a:t>
            </a:r>
            <a:r>
              <a:rPr lang="en-US" altLang="ko-KR" sz="1400" dirty="0"/>
              <a:t>. </a:t>
            </a:r>
            <a:r>
              <a:rPr lang="ko-KR" altLang="en-US" sz="1400" dirty="0"/>
              <a:t>아무리 찾아가도 아무도 나오지 않고</a:t>
            </a:r>
            <a:r>
              <a:rPr lang="en-US" altLang="ko-KR" sz="1400" dirty="0"/>
              <a:t>, </a:t>
            </a:r>
            <a:r>
              <a:rPr lang="ko-KR" altLang="en-US" sz="1400" dirty="0"/>
              <a:t>인기척도 느껴지지 않았기에 썩은 내의 원인을 찾아서 해결해 달라는 내용이었다</a:t>
            </a:r>
            <a:r>
              <a:rPr lang="en-US" altLang="ko-KR" sz="1400" dirty="0"/>
              <a:t>. </a:t>
            </a:r>
            <a:r>
              <a:rPr lang="ko-KR" altLang="en-US" sz="1400" dirty="0"/>
              <a:t>그래서 주인공은 게임의 배경인 저택에 찾아가게 된다</a:t>
            </a:r>
            <a:r>
              <a:rPr lang="en-US" altLang="ko-KR" sz="1400" dirty="0"/>
              <a:t>.</a:t>
            </a:r>
            <a:r>
              <a:rPr lang="ko-KR" altLang="en-US" sz="1400" dirty="0"/>
              <a:t> </a:t>
            </a:r>
            <a:endParaRPr lang="en-US" altLang="ko-KR" sz="1400" dirty="0"/>
          </a:p>
        </p:txBody>
      </p:sp>
      <p:sp>
        <p:nvSpPr>
          <p:cNvPr id="4" name="TextBox 3">
            <a:extLst>
              <a:ext uri="{FF2B5EF4-FFF2-40B4-BE49-F238E27FC236}">
                <a16:creationId xmlns:a16="http://schemas.microsoft.com/office/drawing/2014/main" id="{81175DBD-C652-4811-B203-85316C065FCD}"/>
              </a:ext>
            </a:extLst>
          </p:cNvPr>
          <p:cNvSpPr txBox="1"/>
          <p:nvPr/>
        </p:nvSpPr>
        <p:spPr>
          <a:xfrm>
            <a:off x="302254" y="2712804"/>
            <a:ext cx="3801524" cy="369332"/>
          </a:xfrm>
          <a:prstGeom prst="rect">
            <a:avLst/>
          </a:prstGeom>
          <a:noFill/>
        </p:spPr>
        <p:txBody>
          <a:bodyPr wrap="square" rtlCol="0">
            <a:spAutoFit/>
          </a:bodyPr>
          <a:lstStyle/>
          <a:p>
            <a:r>
              <a:rPr lang="en-US" altLang="ko-KR" dirty="0"/>
              <a:t>&lt;</a:t>
            </a:r>
            <a:r>
              <a:rPr lang="ko-KR" altLang="en-US" dirty="0"/>
              <a:t>주인공의 참고 이미지</a:t>
            </a:r>
            <a:r>
              <a:rPr lang="en-US" altLang="ko-KR" dirty="0"/>
              <a:t>&gt;</a:t>
            </a:r>
            <a:endParaRPr lang="ko-KR" altLang="en-US" dirty="0"/>
          </a:p>
        </p:txBody>
      </p:sp>
      <p:pic>
        <p:nvPicPr>
          <p:cNvPr id="6" name="그림 5">
            <a:extLst>
              <a:ext uri="{FF2B5EF4-FFF2-40B4-BE49-F238E27FC236}">
                <a16:creationId xmlns:a16="http://schemas.microsoft.com/office/drawing/2014/main" id="{A3450672-E1E9-4FE7-A6D3-B430E78CB699}"/>
              </a:ext>
            </a:extLst>
          </p:cNvPr>
          <p:cNvPicPr>
            <a:picLocks noChangeAspect="1"/>
          </p:cNvPicPr>
          <p:nvPr/>
        </p:nvPicPr>
        <p:blipFill>
          <a:blip r:embed="rId2"/>
          <a:stretch>
            <a:fillRect/>
          </a:stretch>
        </p:blipFill>
        <p:spPr>
          <a:xfrm>
            <a:off x="372168" y="3265127"/>
            <a:ext cx="3142057" cy="3099669"/>
          </a:xfrm>
          <a:prstGeom prst="rect">
            <a:avLst/>
          </a:prstGeom>
        </p:spPr>
      </p:pic>
      <p:sp>
        <p:nvSpPr>
          <p:cNvPr id="8" name="TextBox 7">
            <a:extLst>
              <a:ext uri="{FF2B5EF4-FFF2-40B4-BE49-F238E27FC236}">
                <a16:creationId xmlns:a16="http://schemas.microsoft.com/office/drawing/2014/main" id="{4D5C1119-505C-48C7-AAA8-4F2386797B88}"/>
              </a:ext>
            </a:extLst>
          </p:cNvPr>
          <p:cNvSpPr txBox="1"/>
          <p:nvPr/>
        </p:nvSpPr>
        <p:spPr>
          <a:xfrm>
            <a:off x="4028536" y="3265127"/>
            <a:ext cx="7090913" cy="4524315"/>
          </a:xfrm>
          <a:prstGeom prst="rect">
            <a:avLst/>
          </a:prstGeom>
          <a:noFill/>
        </p:spPr>
        <p:txBody>
          <a:bodyPr wrap="square" rtlCol="0">
            <a:spAutoFit/>
          </a:bodyPr>
          <a:lstStyle/>
          <a:p>
            <a:r>
              <a:rPr lang="ko-KR" altLang="en-US" dirty="0"/>
              <a:t>성격 </a:t>
            </a:r>
            <a:r>
              <a:rPr lang="en-US" altLang="ko-KR" dirty="0"/>
              <a:t>: </a:t>
            </a:r>
            <a:r>
              <a:rPr lang="ko-KR" altLang="en-US" dirty="0" err="1"/>
              <a:t>시니컬한</a:t>
            </a:r>
            <a:r>
              <a:rPr lang="ko-KR" altLang="en-US" dirty="0"/>
              <a:t> 성격</a:t>
            </a:r>
            <a:r>
              <a:rPr lang="en-US" altLang="ko-KR" dirty="0"/>
              <a:t>,</a:t>
            </a:r>
            <a:r>
              <a:rPr lang="ko-KR" altLang="en-US" dirty="0"/>
              <a:t> 매사에 불만이 많음</a:t>
            </a:r>
            <a:endParaRPr lang="en-US" altLang="ko-KR" dirty="0"/>
          </a:p>
          <a:p>
            <a:endParaRPr lang="en-US" altLang="ko-KR" dirty="0"/>
          </a:p>
          <a:p>
            <a:r>
              <a:rPr lang="ko-KR" altLang="en-US" dirty="0"/>
              <a:t>나이 </a:t>
            </a:r>
            <a:r>
              <a:rPr lang="en-US" altLang="ko-KR" dirty="0"/>
              <a:t>: 20</a:t>
            </a:r>
            <a:r>
              <a:rPr lang="ko-KR" altLang="en-US" dirty="0"/>
              <a:t>대 후반</a:t>
            </a:r>
            <a:endParaRPr lang="en-US" altLang="ko-KR" dirty="0"/>
          </a:p>
          <a:p>
            <a:endParaRPr lang="en-US" altLang="ko-KR" dirty="0"/>
          </a:p>
          <a:p>
            <a:r>
              <a:rPr lang="ko-KR" altLang="en-US" dirty="0"/>
              <a:t>전공 </a:t>
            </a:r>
            <a:r>
              <a:rPr lang="en-US" altLang="ko-KR" dirty="0"/>
              <a:t>: </a:t>
            </a:r>
            <a:r>
              <a:rPr lang="ko-KR" altLang="en-US" dirty="0"/>
              <a:t>신학과</a:t>
            </a:r>
            <a:r>
              <a:rPr lang="en-US" altLang="ko-KR" dirty="0"/>
              <a:t>(</a:t>
            </a:r>
            <a:r>
              <a:rPr lang="ko-KR" altLang="en-US" dirty="0"/>
              <a:t>신앙이 없음</a:t>
            </a:r>
            <a:r>
              <a:rPr lang="en-US" altLang="ko-KR" dirty="0"/>
              <a:t>)</a:t>
            </a:r>
          </a:p>
          <a:p>
            <a:endParaRPr lang="en-US" altLang="ko-KR" dirty="0"/>
          </a:p>
          <a:p>
            <a:r>
              <a:rPr lang="ko-KR" altLang="en-US" dirty="0"/>
              <a:t>특징 </a:t>
            </a:r>
            <a:r>
              <a:rPr lang="en-US" altLang="ko-KR" dirty="0"/>
              <a:t>: </a:t>
            </a:r>
            <a:r>
              <a:rPr lang="ko-KR" altLang="en-US" dirty="0"/>
              <a:t>귀찮은 것을 싫어함</a:t>
            </a:r>
            <a:r>
              <a:rPr lang="en-US" altLang="ko-KR" dirty="0"/>
              <a:t>. </a:t>
            </a:r>
            <a:r>
              <a:rPr lang="ko-KR" altLang="en-US" dirty="0"/>
              <a:t>주인공이 저택 주인의 악마 소환을 막는 이유도 크게 정의를 위함이나 저택 주인의 아들을 위함이 아니라 악마 소환을 막지 않으면 계속 이 저택에서 민원이 들어와 공무원 중에서도 말단 공무원인 자신을 계속 귀찮게 할 것 같아서 막는 중</a:t>
            </a:r>
            <a:r>
              <a:rPr lang="en-US" altLang="ko-KR" dirty="0"/>
              <a:t>. </a:t>
            </a:r>
            <a:r>
              <a:rPr lang="ko-KR" altLang="en-US" dirty="0"/>
              <a:t>저택의 진실을 알아가며 태도를 불만은 하지만 그래도 앵무새를 도우려 함</a:t>
            </a:r>
            <a:r>
              <a:rPr lang="en-US" altLang="ko-KR"/>
              <a:t>.</a:t>
            </a:r>
            <a:endParaRPr lang="en-US" altLang="ko-KR" dirty="0"/>
          </a:p>
          <a:p>
            <a:endParaRPr lang="en-US" altLang="ko-KR" dirty="0"/>
          </a:p>
          <a:p>
            <a:r>
              <a:rPr lang="ko-KR" altLang="en-US" dirty="0"/>
              <a:t> </a:t>
            </a:r>
            <a:endParaRPr lang="en-US" altLang="ko-KR" dirty="0"/>
          </a:p>
          <a:p>
            <a:endParaRPr lang="en-US" altLang="ko-KR" dirty="0"/>
          </a:p>
          <a:p>
            <a:r>
              <a:rPr lang="ko-KR" altLang="en-US" dirty="0"/>
              <a:t> </a:t>
            </a:r>
          </a:p>
        </p:txBody>
      </p:sp>
    </p:spTree>
    <p:extLst>
      <p:ext uri="{BB962C8B-B14F-4D97-AF65-F5344CB8AC3E}">
        <p14:creationId xmlns:p14="http://schemas.microsoft.com/office/powerpoint/2010/main" val="2280089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CBD6B-C6AA-7B33-C123-5F7C38708518}"/>
            </a:ext>
          </a:extLst>
        </p:cNvPr>
        <p:cNvGrpSpPr/>
        <p:nvPr/>
      </p:nvGrpSpPr>
      <p:grpSpPr>
        <a:xfrm>
          <a:off x="0" y="0"/>
          <a:ext cx="0" cy="0"/>
          <a:chOff x="0" y="0"/>
          <a:chExt cx="0" cy="0"/>
        </a:xfrm>
      </p:grpSpPr>
      <p:sp>
        <p:nvSpPr>
          <p:cNvPr id="9" name="사각형: 둥근 위쪽 모서리 8">
            <a:extLst>
              <a:ext uri="{FF2B5EF4-FFF2-40B4-BE49-F238E27FC236}">
                <a16:creationId xmlns:a16="http://schemas.microsoft.com/office/drawing/2014/main" id="{FDBE7DDB-CA26-C6A4-C68B-26BA95092C0E}"/>
              </a:ext>
            </a:extLst>
          </p:cNvPr>
          <p:cNvSpPr/>
          <p:nvPr/>
        </p:nvSpPr>
        <p:spPr>
          <a:xfrm rot="5400000">
            <a:off x="-150274" y="149768"/>
            <a:ext cx="1181101" cy="881570"/>
          </a:xfrm>
          <a:custGeom>
            <a:avLst/>
            <a:gdLst>
              <a:gd name="connsiteX0" fmla="*/ 433388 w 866776"/>
              <a:gd name="connsiteY0" fmla="*/ 0 h 881570"/>
              <a:gd name="connsiteX1" fmla="*/ 433388 w 866776"/>
              <a:gd name="connsiteY1" fmla="*/ 0 h 881570"/>
              <a:gd name="connsiteX2" fmla="*/ 866776 w 866776"/>
              <a:gd name="connsiteY2" fmla="*/ 433388 h 881570"/>
              <a:gd name="connsiteX3" fmla="*/ 866776 w 866776"/>
              <a:gd name="connsiteY3" fmla="*/ 881570 h 881570"/>
              <a:gd name="connsiteX4" fmla="*/ 866776 w 866776"/>
              <a:gd name="connsiteY4" fmla="*/ 881570 h 881570"/>
              <a:gd name="connsiteX5" fmla="*/ 0 w 866776"/>
              <a:gd name="connsiteY5" fmla="*/ 881570 h 881570"/>
              <a:gd name="connsiteX6" fmla="*/ 0 w 866776"/>
              <a:gd name="connsiteY6" fmla="*/ 881570 h 881570"/>
              <a:gd name="connsiteX7" fmla="*/ 0 w 866776"/>
              <a:gd name="connsiteY7" fmla="*/ 433388 h 881570"/>
              <a:gd name="connsiteX8" fmla="*/ 433388 w 866776"/>
              <a:gd name="connsiteY8" fmla="*/ 0 h 881570"/>
              <a:gd name="connsiteX0" fmla="*/ 433388 w 1171576"/>
              <a:gd name="connsiteY0" fmla="*/ 0 h 881570"/>
              <a:gd name="connsiteX1" fmla="*/ 433388 w 1171576"/>
              <a:gd name="connsiteY1" fmla="*/ 0 h 881570"/>
              <a:gd name="connsiteX2" fmla="*/ 866776 w 1171576"/>
              <a:gd name="connsiteY2" fmla="*/ 433388 h 881570"/>
              <a:gd name="connsiteX3" fmla="*/ 866776 w 1171576"/>
              <a:gd name="connsiteY3" fmla="*/ 881570 h 881570"/>
              <a:gd name="connsiteX4" fmla="*/ 1171576 w 1171576"/>
              <a:gd name="connsiteY4" fmla="*/ 881570 h 881570"/>
              <a:gd name="connsiteX5" fmla="*/ 0 w 1171576"/>
              <a:gd name="connsiteY5" fmla="*/ 881570 h 881570"/>
              <a:gd name="connsiteX6" fmla="*/ 0 w 1171576"/>
              <a:gd name="connsiteY6" fmla="*/ 881570 h 881570"/>
              <a:gd name="connsiteX7" fmla="*/ 0 w 1171576"/>
              <a:gd name="connsiteY7" fmla="*/ 433388 h 881570"/>
              <a:gd name="connsiteX8" fmla="*/ 433388 w 1171576"/>
              <a:gd name="connsiteY8" fmla="*/ 0 h 881570"/>
              <a:gd name="connsiteX0" fmla="*/ 433388 w 1181101"/>
              <a:gd name="connsiteY0" fmla="*/ 0 h 881570"/>
              <a:gd name="connsiteX1" fmla="*/ 433388 w 1181101"/>
              <a:gd name="connsiteY1" fmla="*/ 0 h 881570"/>
              <a:gd name="connsiteX2" fmla="*/ 866776 w 1181101"/>
              <a:gd name="connsiteY2" fmla="*/ 433388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866776 w 1181101"/>
              <a:gd name="connsiteY2" fmla="*/ 433388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900117 w 1181101"/>
              <a:gd name="connsiteY2" fmla="*/ 438151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900117 w 1181101"/>
              <a:gd name="connsiteY2" fmla="*/ 438151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1101" h="881570">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75250">
                <a:srgbClr val="9CF0BD">
                  <a:alpha val="30000"/>
                </a:srgbClr>
              </a:gs>
              <a:gs pos="16000">
                <a:srgbClr val="98F0BB">
                  <a:alpha val="30000"/>
                </a:srgbClr>
              </a:gs>
              <a:gs pos="0">
                <a:srgbClr val="A9F2C5">
                  <a:alpha val="0"/>
                </a:srgbClr>
              </a:gs>
              <a:gs pos="100000">
                <a:srgbClr val="A9F2C5">
                  <a:alpha val="0"/>
                </a:srgbClr>
              </a:gs>
              <a:gs pos="36000">
                <a:srgbClr val="8EEEB5"/>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nvGrpSpPr>
          <p:cNvPr id="2" name="그룹 1">
            <a:extLst>
              <a:ext uri="{FF2B5EF4-FFF2-40B4-BE49-F238E27FC236}">
                <a16:creationId xmlns:a16="http://schemas.microsoft.com/office/drawing/2014/main" id="{08E2B5E3-CA57-74A1-7B99-5C2506F28866}"/>
              </a:ext>
            </a:extLst>
          </p:cNvPr>
          <p:cNvGrpSpPr/>
          <p:nvPr/>
        </p:nvGrpSpPr>
        <p:grpSpPr>
          <a:xfrm>
            <a:off x="9748971" y="4814962"/>
            <a:ext cx="2797762" cy="2335138"/>
            <a:chOff x="-219662" y="72172"/>
            <a:chExt cx="8130197" cy="6785828"/>
          </a:xfrm>
        </p:grpSpPr>
        <p:sp>
          <p:nvSpPr>
            <p:cNvPr id="7" name="자유형: 도형 6">
              <a:extLst>
                <a:ext uri="{FF2B5EF4-FFF2-40B4-BE49-F238E27FC236}">
                  <a16:creationId xmlns:a16="http://schemas.microsoft.com/office/drawing/2014/main" id="{E96E7F89-9983-D89C-F3C0-9E552D22BF9A}"/>
                </a:ext>
              </a:extLst>
            </p:cNvPr>
            <p:cNvSpPr/>
            <p:nvPr/>
          </p:nvSpPr>
          <p:spPr>
            <a:xfrm>
              <a:off x="-219662" y="3305139"/>
              <a:ext cx="4951874" cy="3552861"/>
            </a:xfrm>
            <a:custGeom>
              <a:avLst/>
              <a:gdLst>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951874"/>
                <a:gd name="connsiteY0" fmla="*/ 196474 h 3552860"/>
                <a:gd name="connsiteX1" fmla="*/ 4819426 w 4951874"/>
                <a:gd name="connsiteY1" fmla="*/ 454658 h 3552860"/>
                <a:gd name="connsiteX2" fmla="*/ 0 w 4951874"/>
                <a:gd name="connsiteY2" fmla="*/ 3552860 h 3552860"/>
              </a:gdLst>
              <a:ahLst/>
              <a:cxnLst>
                <a:cxn ang="0">
                  <a:pos x="connsiteX0" y="connsiteY0"/>
                </a:cxn>
                <a:cxn ang="0">
                  <a:pos x="connsiteX1" y="connsiteY1"/>
                </a:cxn>
                <a:cxn ang="0">
                  <a:pos x="connsiteX2" y="connsiteY2"/>
                </a:cxn>
              </a:cxnLst>
              <a:rect l="l" t="t" r="r" b="b"/>
              <a:pathLst>
                <a:path w="4951874" h="3552860">
                  <a:moveTo>
                    <a:pt x="3205779" y="196474"/>
                  </a:moveTo>
                  <a:cubicBezTo>
                    <a:pt x="4161416" y="-93983"/>
                    <a:pt x="5353722" y="-104740"/>
                    <a:pt x="4819426" y="454658"/>
                  </a:cubicBezTo>
                  <a:cubicBezTo>
                    <a:pt x="4285130" y="1014056"/>
                    <a:pt x="2594386" y="2584671"/>
                    <a:pt x="0" y="3552860"/>
                  </a:cubicBezTo>
                </a:path>
              </a:pathLst>
            </a:custGeom>
            <a:noFill/>
            <a:ln w="596900" cap="rnd">
              <a:gradFill flip="none" rotWithShape="1">
                <a:gsLst>
                  <a:gs pos="20000">
                    <a:srgbClr val="E1F7EA">
                      <a:alpha val="0"/>
                    </a:srgbClr>
                  </a:gs>
                  <a:gs pos="95000">
                    <a:srgbClr val="A9F2C5">
                      <a:alpha val="0"/>
                    </a:srgbClr>
                  </a:gs>
                  <a:gs pos="63000">
                    <a:srgbClr val="8EEEB5"/>
                  </a:gs>
                </a:gsLst>
                <a:lin ang="156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1" name="자유형: 도형 10">
              <a:extLst>
                <a:ext uri="{FF2B5EF4-FFF2-40B4-BE49-F238E27FC236}">
                  <a16:creationId xmlns:a16="http://schemas.microsoft.com/office/drawing/2014/main" id="{007CED34-AD08-2455-001F-E6D28AB70162}"/>
                </a:ext>
              </a:extLst>
            </p:cNvPr>
            <p:cNvSpPr/>
            <p:nvPr/>
          </p:nvSpPr>
          <p:spPr>
            <a:xfrm flipH="1" flipV="1">
              <a:off x="2958661" y="72172"/>
              <a:ext cx="4951874" cy="3552861"/>
            </a:xfrm>
            <a:custGeom>
              <a:avLst/>
              <a:gdLst>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951874"/>
                <a:gd name="connsiteY0" fmla="*/ 196474 h 3552860"/>
                <a:gd name="connsiteX1" fmla="*/ 4819426 w 4951874"/>
                <a:gd name="connsiteY1" fmla="*/ 454658 h 3552860"/>
                <a:gd name="connsiteX2" fmla="*/ 0 w 4951874"/>
                <a:gd name="connsiteY2" fmla="*/ 3552860 h 3552860"/>
              </a:gdLst>
              <a:ahLst/>
              <a:cxnLst>
                <a:cxn ang="0">
                  <a:pos x="connsiteX0" y="connsiteY0"/>
                </a:cxn>
                <a:cxn ang="0">
                  <a:pos x="connsiteX1" y="connsiteY1"/>
                </a:cxn>
                <a:cxn ang="0">
                  <a:pos x="connsiteX2" y="connsiteY2"/>
                </a:cxn>
              </a:cxnLst>
              <a:rect l="l" t="t" r="r" b="b"/>
              <a:pathLst>
                <a:path w="4951874" h="3552860">
                  <a:moveTo>
                    <a:pt x="3205779" y="196474"/>
                  </a:moveTo>
                  <a:cubicBezTo>
                    <a:pt x="4161416" y="-93983"/>
                    <a:pt x="5353722" y="-104740"/>
                    <a:pt x="4819426" y="454658"/>
                  </a:cubicBezTo>
                  <a:cubicBezTo>
                    <a:pt x="4285130" y="1014056"/>
                    <a:pt x="2594386" y="2584671"/>
                    <a:pt x="0" y="3552860"/>
                  </a:cubicBezTo>
                </a:path>
              </a:pathLst>
            </a:custGeom>
            <a:noFill/>
            <a:ln w="596900" cap="rnd">
              <a:gradFill flip="none" rotWithShape="1">
                <a:gsLst>
                  <a:gs pos="14000">
                    <a:srgbClr val="E1F7EA">
                      <a:alpha val="39000"/>
                    </a:srgbClr>
                  </a:gs>
                  <a:gs pos="69000">
                    <a:srgbClr val="A9F2C5">
                      <a:alpha val="0"/>
                    </a:srgbClr>
                  </a:gs>
                  <a:gs pos="56000">
                    <a:srgbClr val="8EEEB5">
                      <a:alpha val="36000"/>
                    </a:srgbClr>
                  </a:gs>
                </a:gsLst>
                <a:lin ang="156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 name="사각형: 둥근 모서리 2">
            <a:extLst>
              <a:ext uri="{FF2B5EF4-FFF2-40B4-BE49-F238E27FC236}">
                <a16:creationId xmlns:a16="http://schemas.microsoft.com/office/drawing/2014/main" id="{59E8231C-3F3F-62FB-380B-03E3647CA4C2}"/>
              </a:ext>
            </a:extLst>
          </p:cNvPr>
          <p:cNvSpPr/>
          <p:nvPr/>
        </p:nvSpPr>
        <p:spPr>
          <a:xfrm>
            <a:off x="222248" y="195355"/>
            <a:ext cx="11707655" cy="461982"/>
          </a:xfrm>
          <a:prstGeom prst="roundRect">
            <a:avLst>
              <a:gd name="adj" fmla="val 18062"/>
            </a:avLst>
          </a:prstGeom>
          <a:solidFill>
            <a:schemeClr val="bg1"/>
          </a:solidFill>
          <a:ln w="9525">
            <a:noFill/>
          </a:ln>
          <a:effectLst>
            <a:outerShdw blurRad="114300" dist="76200" dir="2700000" algn="tl" rotWithShape="0">
              <a:srgbClr val="008375">
                <a:alpha val="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0975" marR="0" lvl="0" indent="0" algn="l" defTabSz="914400" rtl="0" eaLnBrk="1" fontAlgn="auto" latinLnBrk="0" hangingPunct="1">
              <a:lnSpc>
                <a:spcPct val="100000"/>
              </a:lnSpc>
              <a:spcBef>
                <a:spcPts val="0"/>
              </a:spcBef>
              <a:spcAft>
                <a:spcPts val="0"/>
              </a:spcAft>
              <a:buClrTx/>
              <a:buSzTx/>
              <a:buFontTx/>
              <a:buNone/>
              <a:tabLst>
                <a:tab pos="2603500" algn="l"/>
              </a:tabLst>
              <a:defRPr/>
            </a:pPr>
            <a:r>
              <a:rPr kumimoji="0" lang="ko-KR" altLang="en-US" sz="1600" b="1" i="0" u="none" strike="noStrike" kern="1200" cap="none" spc="0" normalizeH="0" baseline="0" noProof="0" dirty="0">
                <a:ln>
                  <a:noFill/>
                </a:ln>
                <a:solidFill>
                  <a:srgbClr val="008375"/>
                </a:solidFill>
                <a:effectLst/>
                <a:uLnTx/>
                <a:uFillTx/>
                <a:latin typeface="맑은 고딕" panose="020F0502020204030204"/>
                <a:ea typeface="맑은 고딕" panose="020B0503020000020004" pitchFamily="50" charset="-127"/>
                <a:cs typeface="+mn-cs"/>
              </a:rPr>
              <a:t>컨셉 스케치 </a:t>
            </a:r>
            <a:r>
              <a:rPr lang="en-US" altLang="ko-KR" sz="1600" b="1" dirty="0">
                <a:solidFill>
                  <a:srgbClr val="008375"/>
                </a:solidFill>
                <a:latin typeface="맑은 고딕" panose="020F0502020204030204"/>
                <a:ea typeface="맑은 고딕" panose="020B0503020000020004" pitchFamily="50" charset="-127"/>
              </a:rPr>
              <a:t>(</a:t>
            </a:r>
            <a:r>
              <a:rPr lang="ko-KR" altLang="en-US" sz="1600" b="1" dirty="0">
                <a:solidFill>
                  <a:srgbClr val="008375"/>
                </a:solidFill>
                <a:latin typeface="맑은 고딕" panose="020F0502020204030204"/>
                <a:ea typeface="맑은 고딕" panose="020B0503020000020004" pitchFamily="50" charset="-127"/>
              </a:rPr>
              <a:t>캐릭터 컨셉</a:t>
            </a:r>
            <a:r>
              <a:rPr lang="en-US" altLang="ko-KR" sz="1600" b="1" dirty="0">
                <a:solidFill>
                  <a:srgbClr val="008375"/>
                </a:solidFill>
                <a:latin typeface="맑은 고딕" panose="020F0502020204030204"/>
                <a:ea typeface="맑은 고딕" panose="020B0503020000020004" pitchFamily="50" charset="-127"/>
              </a:rPr>
              <a:t>)</a:t>
            </a:r>
            <a:endParaRPr kumimoji="0" lang="ko-KR" altLang="en-US" sz="1600" b="1" i="0" u="none" strike="noStrike" kern="1200" cap="none" spc="0" normalizeH="0" baseline="0" noProof="0" dirty="0">
              <a:ln>
                <a:noFill/>
              </a:ln>
              <a:solidFill>
                <a:srgbClr val="008375"/>
              </a:solidFill>
              <a:effectLst/>
              <a:uLnTx/>
              <a:uFillTx/>
              <a:latin typeface="맑은 고딕" panose="020F0502020204030204"/>
              <a:ea typeface="맑은 고딕" panose="020B0503020000020004" pitchFamily="50" charset="-127"/>
              <a:cs typeface="+mn-cs"/>
            </a:endParaRPr>
          </a:p>
        </p:txBody>
      </p:sp>
      <p:sp>
        <p:nvSpPr>
          <p:cNvPr id="20" name="TextBox 19">
            <a:extLst>
              <a:ext uri="{FF2B5EF4-FFF2-40B4-BE49-F238E27FC236}">
                <a16:creationId xmlns:a16="http://schemas.microsoft.com/office/drawing/2014/main" id="{A830B766-751D-4EF2-AC0D-6F70F6482C79}"/>
              </a:ext>
            </a:extLst>
          </p:cNvPr>
          <p:cNvSpPr txBox="1"/>
          <p:nvPr/>
        </p:nvSpPr>
        <p:spPr>
          <a:xfrm>
            <a:off x="222248" y="1154312"/>
            <a:ext cx="11595339" cy="1508105"/>
          </a:xfrm>
          <a:prstGeom prst="rect">
            <a:avLst/>
          </a:prstGeom>
          <a:noFill/>
        </p:spPr>
        <p:txBody>
          <a:bodyPr wrap="square" rtlCol="0">
            <a:spAutoFit/>
          </a:bodyPr>
          <a:lstStyle/>
          <a:p>
            <a:r>
              <a:rPr lang="ko-KR" altLang="en-US" b="1" dirty="0"/>
              <a:t>저택 주인</a:t>
            </a:r>
            <a:endParaRPr lang="en-US" altLang="ko-KR" b="1" dirty="0"/>
          </a:p>
          <a:p>
            <a:r>
              <a:rPr lang="en-US" altLang="ko-KR" dirty="0"/>
              <a:t> </a:t>
            </a:r>
          </a:p>
          <a:p>
            <a:r>
              <a:rPr lang="ko-KR" altLang="en-US" sz="1400" dirty="0"/>
              <a:t>신실한 </a:t>
            </a:r>
            <a:r>
              <a:rPr lang="ko-KR" altLang="en-US" sz="1400" dirty="0" err="1"/>
              <a:t>크리스쳔이던</a:t>
            </a:r>
            <a:r>
              <a:rPr lang="ko-KR" altLang="en-US" sz="1400" dirty="0"/>
              <a:t> 저택 주인은 평범하게 살고 있었다</a:t>
            </a:r>
            <a:r>
              <a:rPr lang="en-US" altLang="ko-KR" sz="1400" dirty="0"/>
              <a:t>. </a:t>
            </a:r>
            <a:r>
              <a:rPr lang="ko-KR" altLang="en-US" sz="1400" dirty="0"/>
              <a:t>하지만 결혼을 하고 불행은 닥쳐왔다</a:t>
            </a:r>
            <a:r>
              <a:rPr lang="en-US" altLang="ko-KR" sz="1400" dirty="0"/>
              <a:t>. </a:t>
            </a:r>
            <a:r>
              <a:rPr lang="ko-KR" altLang="en-US" sz="1400" dirty="0"/>
              <a:t>아이를 낳은 후 아내가 출산에 이기지 못해 사망을 해버린 것이었다</a:t>
            </a:r>
            <a:r>
              <a:rPr lang="en-US" altLang="ko-KR" sz="1400" dirty="0"/>
              <a:t>. </a:t>
            </a:r>
            <a:r>
              <a:rPr lang="ko-KR" altLang="en-US" sz="1400" dirty="0"/>
              <a:t>저택 주인은 출산 전까지 무사히 아이를 낳게 해달라는 기도를 매일 올릴 정도로 신실했지만 아내의 사망이후 </a:t>
            </a:r>
            <a:r>
              <a:rPr lang="en-US" altLang="ko-KR" sz="1400" dirty="0"/>
              <a:t>180</a:t>
            </a:r>
            <a:r>
              <a:rPr lang="ko-KR" altLang="en-US" sz="1400" dirty="0"/>
              <a:t>도 달라져 버린다</a:t>
            </a:r>
            <a:r>
              <a:rPr lang="en-US" altLang="ko-KR" sz="1400" dirty="0"/>
              <a:t>. </a:t>
            </a:r>
            <a:r>
              <a:rPr lang="ko-KR" altLang="en-US" sz="1400" dirty="0"/>
              <a:t>신에 대한 경외는 사라지고 신에 대한 불신과 분노만이 남았고</a:t>
            </a:r>
            <a:r>
              <a:rPr lang="en-US" altLang="ko-KR" sz="1400" dirty="0"/>
              <a:t> </a:t>
            </a:r>
            <a:r>
              <a:rPr lang="ko-KR" altLang="en-US" sz="1400" dirty="0"/>
              <a:t>그의 행동들은 신에 대한 모독 행위에 지치지 않고 악마를 믿는 악마 숭배자가 되기까지 한다</a:t>
            </a:r>
            <a:r>
              <a:rPr lang="en-US" altLang="ko-KR" sz="1400" dirty="0"/>
              <a:t>. </a:t>
            </a:r>
            <a:r>
              <a:rPr lang="ko-KR" altLang="en-US" sz="1400" dirty="0"/>
              <a:t>자신의 아들을 아내를 죽인 원수라고 생각하며 악마 소환을 위한 첫 번째 제물로 사용된다</a:t>
            </a:r>
            <a:r>
              <a:rPr lang="en-US" altLang="ko-KR" sz="1400" dirty="0"/>
              <a:t>.</a:t>
            </a:r>
            <a:endParaRPr lang="en-US" altLang="ko-KR" sz="1400" b="1" dirty="0"/>
          </a:p>
        </p:txBody>
      </p:sp>
      <p:sp>
        <p:nvSpPr>
          <p:cNvPr id="4" name="TextBox 3">
            <a:extLst>
              <a:ext uri="{FF2B5EF4-FFF2-40B4-BE49-F238E27FC236}">
                <a16:creationId xmlns:a16="http://schemas.microsoft.com/office/drawing/2014/main" id="{81175DBD-C652-4811-B203-85316C065FCD}"/>
              </a:ext>
            </a:extLst>
          </p:cNvPr>
          <p:cNvSpPr txBox="1"/>
          <p:nvPr/>
        </p:nvSpPr>
        <p:spPr>
          <a:xfrm>
            <a:off x="222248" y="3116604"/>
            <a:ext cx="3801524" cy="369332"/>
          </a:xfrm>
          <a:prstGeom prst="rect">
            <a:avLst/>
          </a:prstGeom>
          <a:noFill/>
        </p:spPr>
        <p:txBody>
          <a:bodyPr wrap="square" rtlCol="0">
            <a:spAutoFit/>
          </a:bodyPr>
          <a:lstStyle/>
          <a:p>
            <a:r>
              <a:rPr lang="en-US" altLang="ko-KR" dirty="0"/>
              <a:t>&lt;</a:t>
            </a:r>
            <a:r>
              <a:rPr lang="ko-KR" altLang="en-US" dirty="0"/>
              <a:t>저택 주인의 참고 이미지</a:t>
            </a:r>
            <a:r>
              <a:rPr lang="en-US" altLang="ko-KR" dirty="0"/>
              <a:t>&gt;</a:t>
            </a:r>
            <a:endParaRPr lang="ko-KR" altLang="en-US" dirty="0"/>
          </a:p>
        </p:txBody>
      </p:sp>
      <p:sp>
        <p:nvSpPr>
          <p:cNvPr id="8" name="TextBox 7">
            <a:extLst>
              <a:ext uri="{FF2B5EF4-FFF2-40B4-BE49-F238E27FC236}">
                <a16:creationId xmlns:a16="http://schemas.microsoft.com/office/drawing/2014/main" id="{4D5C1119-505C-48C7-AAA8-4F2386797B88}"/>
              </a:ext>
            </a:extLst>
          </p:cNvPr>
          <p:cNvSpPr txBox="1"/>
          <p:nvPr/>
        </p:nvSpPr>
        <p:spPr>
          <a:xfrm>
            <a:off x="4028536" y="3265127"/>
            <a:ext cx="7090913" cy="2862322"/>
          </a:xfrm>
          <a:prstGeom prst="rect">
            <a:avLst/>
          </a:prstGeom>
          <a:noFill/>
        </p:spPr>
        <p:txBody>
          <a:bodyPr wrap="square" rtlCol="0">
            <a:spAutoFit/>
          </a:bodyPr>
          <a:lstStyle/>
          <a:p>
            <a:r>
              <a:rPr lang="ko-KR" altLang="en-US" dirty="0"/>
              <a:t>성격 </a:t>
            </a:r>
            <a:r>
              <a:rPr lang="en-US" altLang="ko-KR" dirty="0"/>
              <a:t>: </a:t>
            </a:r>
            <a:r>
              <a:rPr lang="ko-KR" altLang="en-US" dirty="0"/>
              <a:t>겉과 속이 다르다 </a:t>
            </a:r>
            <a:endParaRPr lang="en-US" altLang="ko-KR" dirty="0"/>
          </a:p>
          <a:p>
            <a:endParaRPr lang="en-US" altLang="ko-KR" dirty="0"/>
          </a:p>
          <a:p>
            <a:r>
              <a:rPr lang="ko-KR" altLang="en-US" dirty="0"/>
              <a:t>나이 </a:t>
            </a:r>
            <a:r>
              <a:rPr lang="en-US" altLang="ko-KR" dirty="0"/>
              <a:t>: 30</a:t>
            </a:r>
            <a:r>
              <a:rPr lang="ko-KR" altLang="en-US" dirty="0"/>
              <a:t>대 후반 </a:t>
            </a:r>
            <a:r>
              <a:rPr lang="en-US" altLang="ko-KR" dirty="0"/>
              <a:t>~ 40</a:t>
            </a:r>
            <a:r>
              <a:rPr lang="ko-KR" altLang="en-US" dirty="0"/>
              <a:t>대 초반 </a:t>
            </a:r>
            <a:endParaRPr lang="en-US" altLang="ko-KR" dirty="0"/>
          </a:p>
          <a:p>
            <a:endParaRPr lang="en-US" altLang="ko-KR" dirty="0"/>
          </a:p>
          <a:p>
            <a:r>
              <a:rPr lang="ko-KR" altLang="en-US" dirty="0"/>
              <a:t>특징 </a:t>
            </a:r>
            <a:r>
              <a:rPr lang="en-US" altLang="ko-KR" dirty="0"/>
              <a:t>: </a:t>
            </a:r>
            <a:r>
              <a:rPr lang="ko-KR" altLang="en-US" dirty="0"/>
              <a:t>악마 숭배자로서 신에 대한 모독 행위를 자주 행함</a:t>
            </a:r>
            <a:r>
              <a:rPr lang="en-US" altLang="ko-KR" dirty="0"/>
              <a:t>. </a:t>
            </a:r>
            <a:r>
              <a:rPr lang="ko-KR" altLang="en-US" dirty="0"/>
              <a:t>악마가 소원을 들어준다는 문헌을 발견하고 그 문헌에 따라 악마를 소환하여 아내가 살아있었던 시간대로 돌아가길 바람</a:t>
            </a:r>
            <a:r>
              <a:rPr lang="en-US" altLang="ko-KR" dirty="0"/>
              <a:t>. </a:t>
            </a:r>
          </a:p>
          <a:p>
            <a:r>
              <a:rPr lang="ko-KR" altLang="en-US" dirty="0"/>
              <a:t> </a:t>
            </a:r>
            <a:endParaRPr lang="en-US" altLang="ko-KR" dirty="0"/>
          </a:p>
          <a:p>
            <a:endParaRPr lang="en-US" altLang="ko-KR" dirty="0"/>
          </a:p>
          <a:p>
            <a:r>
              <a:rPr lang="ko-KR" altLang="en-US" dirty="0"/>
              <a:t> </a:t>
            </a:r>
          </a:p>
        </p:txBody>
      </p:sp>
      <p:pic>
        <p:nvPicPr>
          <p:cNvPr id="5" name="그림 4">
            <a:extLst>
              <a:ext uri="{FF2B5EF4-FFF2-40B4-BE49-F238E27FC236}">
                <a16:creationId xmlns:a16="http://schemas.microsoft.com/office/drawing/2014/main" id="{4F1F8E96-046C-40EF-8600-A7E08DC8BD24}"/>
              </a:ext>
            </a:extLst>
          </p:cNvPr>
          <p:cNvPicPr>
            <a:picLocks noChangeAspect="1"/>
          </p:cNvPicPr>
          <p:nvPr/>
        </p:nvPicPr>
        <p:blipFill>
          <a:blip r:embed="rId2"/>
          <a:stretch>
            <a:fillRect/>
          </a:stretch>
        </p:blipFill>
        <p:spPr>
          <a:xfrm>
            <a:off x="637050" y="3752431"/>
            <a:ext cx="2366615" cy="2285141"/>
          </a:xfrm>
          <a:prstGeom prst="rect">
            <a:avLst/>
          </a:prstGeom>
        </p:spPr>
      </p:pic>
    </p:spTree>
    <p:extLst>
      <p:ext uri="{BB962C8B-B14F-4D97-AF65-F5344CB8AC3E}">
        <p14:creationId xmlns:p14="http://schemas.microsoft.com/office/powerpoint/2010/main" val="17060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CBD6B-C6AA-7B33-C123-5F7C38708518}"/>
            </a:ext>
          </a:extLst>
        </p:cNvPr>
        <p:cNvGrpSpPr/>
        <p:nvPr/>
      </p:nvGrpSpPr>
      <p:grpSpPr>
        <a:xfrm>
          <a:off x="0" y="0"/>
          <a:ext cx="0" cy="0"/>
          <a:chOff x="0" y="0"/>
          <a:chExt cx="0" cy="0"/>
        </a:xfrm>
      </p:grpSpPr>
      <p:sp>
        <p:nvSpPr>
          <p:cNvPr id="9" name="사각형: 둥근 위쪽 모서리 8">
            <a:extLst>
              <a:ext uri="{FF2B5EF4-FFF2-40B4-BE49-F238E27FC236}">
                <a16:creationId xmlns:a16="http://schemas.microsoft.com/office/drawing/2014/main" id="{FDBE7DDB-CA26-C6A4-C68B-26BA95092C0E}"/>
              </a:ext>
            </a:extLst>
          </p:cNvPr>
          <p:cNvSpPr/>
          <p:nvPr/>
        </p:nvSpPr>
        <p:spPr>
          <a:xfrm rot="5400000">
            <a:off x="-150274" y="149768"/>
            <a:ext cx="1181101" cy="881570"/>
          </a:xfrm>
          <a:custGeom>
            <a:avLst/>
            <a:gdLst>
              <a:gd name="connsiteX0" fmla="*/ 433388 w 866776"/>
              <a:gd name="connsiteY0" fmla="*/ 0 h 881570"/>
              <a:gd name="connsiteX1" fmla="*/ 433388 w 866776"/>
              <a:gd name="connsiteY1" fmla="*/ 0 h 881570"/>
              <a:gd name="connsiteX2" fmla="*/ 866776 w 866776"/>
              <a:gd name="connsiteY2" fmla="*/ 433388 h 881570"/>
              <a:gd name="connsiteX3" fmla="*/ 866776 w 866776"/>
              <a:gd name="connsiteY3" fmla="*/ 881570 h 881570"/>
              <a:gd name="connsiteX4" fmla="*/ 866776 w 866776"/>
              <a:gd name="connsiteY4" fmla="*/ 881570 h 881570"/>
              <a:gd name="connsiteX5" fmla="*/ 0 w 866776"/>
              <a:gd name="connsiteY5" fmla="*/ 881570 h 881570"/>
              <a:gd name="connsiteX6" fmla="*/ 0 w 866776"/>
              <a:gd name="connsiteY6" fmla="*/ 881570 h 881570"/>
              <a:gd name="connsiteX7" fmla="*/ 0 w 866776"/>
              <a:gd name="connsiteY7" fmla="*/ 433388 h 881570"/>
              <a:gd name="connsiteX8" fmla="*/ 433388 w 866776"/>
              <a:gd name="connsiteY8" fmla="*/ 0 h 881570"/>
              <a:gd name="connsiteX0" fmla="*/ 433388 w 1171576"/>
              <a:gd name="connsiteY0" fmla="*/ 0 h 881570"/>
              <a:gd name="connsiteX1" fmla="*/ 433388 w 1171576"/>
              <a:gd name="connsiteY1" fmla="*/ 0 h 881570"/>
              <a:gd name="connsiteX2" fmla="*/ 866776 w 1171576"/>
              <a:gd name="connsiteY2" fmla="*/ 433388 h 881570"/>
              <a:gd name="connsiteX3" fmla="*/ 866776 w 1171576"/>
              <a:gd name="connsiteY3" fmla="*/ 881570 h 881570"/>
              <a:gd name="connsiteX4" fmla="*/ 1171576 w 1171576"/>
              <a:gd name="connsiteY4" fmla="*/ 881570 h 881570"/>
              <a:gd name="connsiteX5" fmla="*/ 0 w 1171576"/>
              <a:gd name="connsiteY5" fmla="*/ 881570 h 881570"/>
              <a:gd name="connsiteX6" fmla="*/ 0 w 1171576"/>
              <a:gd name="connsiteY6" fmla="*/ 881570 h 881570"/>
              <a:gd name="connsiteX7" fmla="*/ 0 w 1171576"/>
              <a:gd name="connsiteY7" fmla="*/ 433388 h 881570"/>
              <a:gd name="connsiteX8" fmla="*/ 433388 w 1171576"/>
              <a:gd name="connsiteY8" fmla="*/ 0 h 881570"/>
              <a:gd name="connsiteX0" fmla="*/ 433388 w 1181101"/>
              <a:gd name="connsiteY0" fmla="*/ 0 h 881570"/>
              <a:gd name="connsiteX1" fmla="*/ 433388 w 1181101"/>
              <a:gd name="connsiteY1" fmla="*/ 0 h 881570"/>
              <a:gd name="connsiteX2" fmla="*/ 866776 w 1181101"/>
              <a:gd name="connsiteY2" fmla="*/ 433388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866776 w 1181101"/>
              <a:gd name="connsiteY2" fmla="*/ 433388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900117 w 1181101"/>
              <a:gd name="connsiteY2" fmla="*/ 438151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900117 w 1181101"/>
              <a:gd name="connsiteY2" fmla="*/ 438151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1101" h="881570">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75250">
                <a:srgbClr val="9CF0BD">
                  <a:alpha val="30000"/>
                </a:srgbClr>
              </a:gs>
              <a:gs pos="16000">
                <a:srgbClr val="98F0BB">
                  <a:alpha val="30000"/>
                </a:srgbClr>
              </a:gs>
              <a:gs pos="0">
                <a:srgbClr val="A9F2C5">
                  <a:alpha val="0"/>
                </a:srgbClr>
              </a:gs>
              <a:gs pos="100000">
                <a:srgbClr val="A9F2C5">
                  <a:alpha val="0"/>
                </a:srgbClr>
              </a:gs>
              <a:gs pos="36000">
                <a:srgbClr val="8EEEB5"/>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nvGrpSpPr>
          <p:cNvPr id="2" name="그룹 1">
            <a:extLst>
              <a:ext uri="{FF2B5EF4-FFF2-40B4-BE49-F238E27FC236}">
                <a16:creationId xmlns:a16="http://schemas.microsoft.com/office/drawing/2014/main" id="{08E2B5E3-CA57-74A1-7B99-5C2506F28866}"/>
              </a:ext>
            </a:extLst>
          </p:cNvPr>
          <p:cNvGrpSpPr/>
          <p:nvPr/>
        </p:nvGrpSpPr>
        <p:grpSpPr>
          <a:xfrm>
            <a:off x="9748971" y="4814962"/>
            <a:ext cx="2797762" cy="2335138"/>
            <a:chOff x="-219662" y="72172"/>
            <a:chExt cx="8130197" cy="6785828"/>
          </a:xfrm>
        </p:grpSpPr>
        <p:sp>
          <p:nvSpPr>
            <p:cNvPr id="7" name="자유형: 도형 6">
              <a:extLst>
                <a:ext uri="{FF2B5EF4-FFF2-40B4-BE49-F238E27FC236}">
                  <a16:creationId xmlns:a16="http://schemas.microsoft.com/office/drawing/2014/main" id="{E96E7F89-9983-D89C-F3C0-9E552D22BF9A}"/>
                </a:ext>
              </a:extLst>
            </p:cNvPr>
            <p:cNvSpPr/>
            <p:nvPr/>
          </p:nvSpPr>
          <p:spPr>
            <a:xfrm>
              <a:off x="-219662" y="3305139"/>
              <a:ext cx="4951874" cy="3552861"/>
            </a:xfrm>
            <a:custGeom>
              <a:avLst/>
              <a:gdLst>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951874"/>
                <a:gd name="connsiteY0" fmla="*/ 196474 h 3552860"/>
                <a:gd name="connsiteX1" fmla="*/ 4819426 w 4951874"/>
                <a:gd name="connsiteY1" fmla="*/ 454658 h 3552860"/>
                <a:gd name="connsiteX2" fmla="*/ 0 w 4951874"/>
                <a:gd name="connsiteY2" fmla="*/ 3552860 h 3552860"/>
              </a:gdLst>
              <a:ahLst/>
              <a:cxnLst>
                <a:cxn ang="0">
                  <a:pos x="connsiteX0" y="connsiteY0"/>
                </a:cxn>
                <a:cxn ang="0">
                  <a:pos x="connsiteX1" y="connsiteY1"/>
                </a:cxn>
                <a:cxn ang="0">
                  <a:pos x="connsiteX2" y="connsiteY2"/>
                </a:cxn>
              </a:cxnLst>
              <a:rect l="l" t="t" r="r" b="b"/>
              <a:pathLst>
                <a:path w="4951874" h="3552860">
                  <a:moveTo>
                    <a:pt x="3205779" y="196474"/>
                  </a:moveTo>
                  <a:cubicBezTo>
                    <a:pt x="4161416" y="-93983"/>
                    <a:pt x="5353722" y="-104740"/>
                    <a:pt x="4819426" y="454658"/>
                  </a:cubicBezTo>
                  <a:cubicBezTo>
                    <a:pt x="4285130" y="1014056"/>
                    <a:pt x="2594386" y="2584671"/>
                    <a:pt x="0" y="3552860"/>
                  </a:cubicBezTo>
                </a:path>
              </a:pathLst>
            </a:custGeom>
            <a:noFill/>
            <a:ln w="596900" cap="rnd">
              <a:gradFill flip="none" rotWithShape="1">
                <a:gsLst>
                  <a:gs pos="20000">
                    <a:srgbClr val="E1F7EA">
                      <a:alpha val="0"/>
                    </a:srgbClr>
                  </a:gs>
                  <a:gs pos="95000">
                    <a:srgbClr val="A9F2C5">
                      <a:alpha val="0"/>
                    </a:srgbClr>
                  </a:gs>
                  <a:gs pos="63000">
                    <a:srgbClr val="8EEEB5"/>
                  </a:gs>
                </a:gsLst>
                <a:lin ang="156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1" name="자유형: 도형 10">
              <a:extLst>
                <a:ext uri="{FF2B5EF4-FFF2-40B4-BE49-F238E27FC236}">
                  <a16:creationId xmlns:a16="http://schemas.microsoft.com/office/drawing/2014/main" id="{007CED34-AD08-2455-001F-E6D28AB70162}"/>
                </a:ext>
              </a:extLst>
            </p:cNvPr>
            <p:cNvSpPr/>
            <p:nvPr/>
          </p:nvSpPr>
          <p:spPr>
            <a:xfrm flipH="1" flipV="1">
              <a:off x="2958661" y="72172"/>
              <a:ext cx="4951874" cy="3552861"/>
            </a:xfrm>
            <a:custGeom>
              <a:avLst/>
              <a:gdLst>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951874"/>
                <a:gd name="connsiteY0" fmla="*/ 196474 h 3552860"/>
                <a:gd name="connsiteX1" fmla="*/ 4819426 w 4951874"/>
                <a:gd name="connsiteY1" fmla="*/ 454658 h 3552860"/>
                <a:gd name="connsiteX2" fmla="*/ 0 w 4951874"/>
                <a:gd name="connsiteY2" fmla="*/ 3552860 h 3552860"/>
              </a:gdLst>
              <a:ahLst/>
              <a:cxnLst>
                <a:cxn ang="0">
                  <a:pos x="connsiteX0" y="connsiteY0"/>
                </a:cxn>
                <a:cxn ang="0">
                  <a:pos x="connsiteX1" y="connsiteY1"/>
                </a:cxn>
                <a:cxn ang="0">
                  <a:pos x="connsiteX2" y="connsiteY2"/>
                </a:cxn>
              </a:cxnLst>
              <a:rect l="l" t="t" r="r" b="b"/>
              <a:pathLst>
                <a:path w="4951874" h="3552860">
                  <a:moveTo>
                    <a:pt x="3205779" y="196474"/>
                  </a:moveTo>
                  <a:cubicBezTo>
                    <a:pt x="4161416" y="-93983"/>
                    <a:pt x="5353722" y="-104740"/>
                    <a:pt x="4819426" y="454658"/>
                  </a:cubicBezTo>
                  <a:cubicBezTo>
                    <a:pt x="4285130" y="1014056"/>
                    <a:pt x="2594386" y="2584671"/>
                    <a:pt x="0" y="3552860"/>
                  </a:cubicBezTo>
                </a:path>
              </a:pathLst>
            </a:custGeom>
            <a:noFill/>
            <a:ln w="596900" cap="rnd">
              <a:gradFill flip="none" rotWithShape="1">
                <a:gsLst>
                  <a:gs pos="14000">
                    <a:srgbClr val="E1F7EA">
                      <a:alpha val="39000"/>
                    </a:srgbClr>
                  </a:gs>
                  <a:gs pos="69000">
                    <a:srgbClr val="A9F2C5">
                      <a:alpha val="0"/>
                    </a:srgbClr>
                  </a:gs>
                  <a:gs pos="56000">
                    <a:srgbClr val="8EEEB5">
                      <a:alpha val="36000"/>
                    </a:srgbClr>
                  </a:gs>
                </a:gsLst>
                <a:lin ang="156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 name="사각형: 둥근 모서리 2">
            <a:extLst>
              <a:ext uri="{FF2B5EF4-FFF2-40B4-BE49-F238E27FC236}">
                <a16:creationId xmlns:a16="http://schemas.microsoft.com/office/drawing/2014/main" id="{59E8231C-3F3F-62FB-380B-03E3647CA4C2}"/>
              </a:ext>
            </a:extLst>
          </p:cNvPr>
          <p:cNvSpPr/>
          <p:nvPr/>
        </p:nvSpPr>
        <p:spPr>
          <a:xfrm>
            <a:off x="209548" y="195355"/>
            <a:ext cx="11707655" cy="461982"/>
          </a:xfrm>
          <a:prstGeom prst="roundRect">
            <a:avLst>
              <a:gd name="adj" fmla="val 18062"/>
            </a:avLst>
          </a:prstGeom>
          <a:solidFill>
            <a:schemeClr val="bg1"/>
          </a:solidFill>
          <a:ln w="9525">
            <a:noFill/>
          </a:ln>
          <a:effectLst>
            <a:outerShdw blurRad="114300" dist="76200" dir="2700000" algn="tl" rotWithShape="0">
              <a:srgbClr val="008375">
                <a:alpha val="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0975" lvl="0" latinLnBrk="0">
              <a:tabLst>
                <a:tab pos="2603500" algn="l"/>
              </a:tabLst>
              <a:defRPr/>
            </a:pPr>
            <a:r>
              <a:rPr lang="ko-KR" altLang="en-US" sz="1600" b="1" dirty="0">
                <a:solidFill>
                  <a:srgbClr val="008375"/>
                </a:solidFill>
              </a:rPr>
              <a:t>컨셉 스케치 </a:t>
            </a:r>
            <a:r>
              <a:rPr lang="en-US" altLang="ko-KR" sz="1600" b="1" dirty="0">
                <a:solidFill>
                  <a:srgbClr val="008375"/>
                </a:solidFill>
              </a:rPr>
              <a:t>(</a:t>
            </a:r>
            <a:r>
              <a:rPr lang="ko-KR" altLang="en-US" sz="1600" b="1" dirty="0">
                <a:solidFill>
                  <a:srgbClr val="008375"/>
                </a:solidFill>
              </a:rPr>
              <a:t>캐릭터 컨셉</a:t>
            </a:r>
            <a:r>
              <a:rPr lang="en-US" altLang="ko-KR" sz="1600" b="1" dirty="0">
                <a:solidFill>
                  <a:srgbClr val="008375"/>
                </a:solidFill>
              </a:rPr>
              <a:t>)</a:t>
            </a:r>
            <a:endParaRPr lang="ko-KR" altLang="en-US" sz="1600" b="1" dirty="0">
              <a:solidFill>
                <a:srgbClr val="008375"/>
              </a:solidFill>
            </a:endParaRPr>
          </a:p>
        </p:txBody>
      </p:sp>
      <p:sp>
        <p:nvSpPr>
          <p:cNvPr id="20" name="TextBox 19">
            <a:extLst>
              <a:ext uri="{FF2B5EF4-FFF2-40B4-BE49-F238E27FC236}">
                <a16:creationId xmlns:a16="http://schemas.microsoft.com/office/drawing/2014/main" id="{A830B766-751D-4EF2-AC0D-6F70F6482C79}"/>
              </a:ext>
            </a:extLst>
          </p:cNvPr>
          <p:cNvSpPr txBox="1"/>
          <p:nvPr/>
        </p:nvSpPr>
        <p:spPr>
          <a:xfrm>
            <a:off x="334564" y="1260314"/>
            <a:ext cx="11595339" cy="830997"/>
          </a:xfrm>
          <a:prstGeom prst="rect">
            <a:avLst/>
          </a:prstGeom>
          <a:noFill/>
        </p:spPr>
        <p:txBody>
          <a:bodyPr wrap="square" rtlCol="0">
            <a:spAutoFit/>
          </a:bodyPr>
          <a:lstStyle/>
          <a:p>
            <a:r>
              <a:rPr lang="ko-KR" altLang="en-US" sz="1200" dirty="0"/>
              <a:t>앵무새의 컨셉 </a:t>
            </a:r>
            <a:r>
              <a:rPr lang="en-US" altLang="ko-KR" sz="1200" dirty="0"/>
              <a:t>:  1</a:t>
            </a:r>
            <a:r>
              <a:rPr lang="ko-KR" altLang="en-US" sz="1200" dirty="0"/>
              <a:t>차적인 아군 포지션</a:t>
            </a:r>
            <a:r>
              <a:rPr lang="en-US" altLang="ko-KR" sz="1200" dirty="0"/>
              <a:t>(</a:t>
            </a:r>
            <a:r>
              <a:rPr lang="ko-KR" altLang="en-US" sz="1200" dirty="0"/>
              <a:t>주인공을 저택에 가둔 범인의 배신자 설정</a:t>
            </a:r>
            <a:r>
              <a:rPr lang="en-US" altLang="ko-KR" sz="1200" dirty="0"/>
              <a:t>)</a:t>
            </a:r>
            <a:r>
              <a:rPr lang="ko-KR" altLang="en-US" sz="1200" dirty="0"/>
              <a:t>으로 주인공이 저택을 수색하다가 증거의 위치나 플레이어가 수색의 방향성을 잃었을 경우 수수께끼로 주인공을 도와주거나 스토리에 대해 추리 할 수 있는 여지를 주는 포지션 슈퍼 </a:t>
            </a:r>
            <a:r>
              <a:rPr lang="ko-KR" altLang="en-US" sz="1200" dirty="0" err="1"/>
              <a:t>마리오</a:t>
            </a:r>
            <a:r>
              <a:rPr lang="ko-KR" altLang="en-US" sz="1200" dirty="0"/>
              <a:t> 오디세이의 </a:t>
            </a:r>
            <a:r>
              <a:rPr lang="ko-KR" altLang="en-US" sz="1200" dirty="0" err="1"/>
              <a:t>힌트새</a:t>
            </a:r>
            <a:r>
              <a:rPr lang="ko-KR" altLang="en-US" sz="1200" dirty="0"/>
              <a:t> 포지션 제미나이 </a:t>
            </a:r>
            <a:r>
              <a:rPr lang="en-US" altLang="ko-KR" sz="1200" dirty="0"/>
              <a:t>ai</a:t>
            </a:r>
            <a:r>
              <a:rPr lang="ko-KR" altLang="en-US" sz="1200" dirty="0" err="1"/>
              <a:t>를</a:t>
            </a:r>
            <a:r>
              <a:rPr lang="ko-KR" altLang="en-US" sz="1200" dirty="0"/>
              <a:t> 이용한 </a:t>
            </a:r>
            <a:r>
              <a:rPr lang="ko-KR" altLang="en-US" sz="1200" dirty="0" err="1"/>
              <a:t>챗봇을</a:t>
            </a:r>
            <a:r>
              <a:rPr lang="ko-KR" altLang="en-US" sz="1200" dirty="0"/>
              <a:t> 사용할 예정</a:t>
            </a:r>
            <a:r>
              <a:rPr lang="en-US" altLang="ko-KR" sz="1200" dirty="0"/>
              <a:t>. </a:t>
            </a:r>
            <a:r>
              <a:rPr lang="ko-KR" altLang="en-US" sz="1200" dirty="0" err="1"/>
              <a:t>챗봇이</a:t>
            </a:r>
            <a:r>
              <a:rPr lang="ko-KR" altLang="en-US" sz="1200" dirty="0"/>
              <a:t> 플레이어가 물어보는 질문에 수수께끼를 생성하여 힌트를 주게 됨</a:t>
            </a:r>
            <a:r>
              <a:rPr lang="en-US" altLang="ko-KR" sz="1200" dirty="0"/>
              <a:t>.</a:t>
            </a:r>
          </a:p>
          <a:p>
            <a:r>
              <a:rPr lang="ko-KR" altLang="en-US" sz="1200" dirty="0"/>
              <a:t>           </a:t>
            </a:r>
            <a:endParaRPr lang="en-US" altLang="ko-KR" sz="1200" dirty="0"/>
          </a:p>
        </p:txBody>
      </p:sp>
      <p:sp>
        <p:nvSpPr>
          <p:cNvPr id="4" name="TextBox 3">
            <a:extLst>
              <a:ext uri="{FF2B5EF4-FFF2-40B4-BE49-F238E27FC236}">
                <a16:creationId xmlns:a16="http://schemas.microsoft.com/office/drawing/2014/main" id="{81175DBD-C652-4811-B203-85316C065FCD}"/>
              </a:ext>
            </a:extLst>
          </p:cNvPr>
          <p:cNvSpPr txBox="1"/>
          <p:nvPr/>
        </p:nvSpPr>
        <p:spPr>
          <a:xfrm>
            <a:off x="440276" y="2421467"/>
            <a:ext cx="3801524" cy="369332"/>
          </a:xfrm>
          <a:prstGeom prst="rect">
            <a:avLst/>
          </a:prstGeom>
          <a:noFill/>
        </p:spPr>
        <p:txBody>
          <a:bodyPr wrap="square" rtlCol="0">
            <a:spAutoFit/>
          </a:bodyPr>
          <a:lstStyle/>
          <a:p>
            <a:r>
              <a:rPr lang="en-US" altLang="ko-KR" dirty="0"/>
              <a:t>&lt;</a:t>
            </a:r>
            <a:r>
              <a:rPr lang="ko-KR" altLang="en-US" dirty="0"/>
              <a:t>슈퍼 </a:t>
            </a:r>
            <a:r>
              <a:rPr lang="ko-KR" altLang="en-US" dirty="0" err="1"/>
              <a:t>마리오</a:t>
            </a:r>
            <a:r>
              <a:rPr lang="ko-KR" altLang="en-US" dirty="0"/>
              <a:t> 오디세이의 </a:t>
            </a:r>
            <a:r>
              <a:rPr lang="ko-KR" altLang="en-US" dirty="0" err="1"/>
              <a:t>힌트새</a:t>
            </a:r>
            <a:r>
              <a:rPr lang="en-US" altLang="ko-KR" dirty="0"/>
              <a:t>&gt;</a:t>
            </a:r>
            <a:endParaRPr lang="ko-KR" altLang="en-US" dirty="0"/>
          </a:p>
        </p:txBody>
      </p:sp>
      <p:grpSp>
        <p:nvGrpSpPr>
          <p:cNvPr id="13" name="그룹 12">
            <a:extLst>
              <a:ext uri="{FF2B5EF4-FFF2-40B4-BE49-F238E27FC236}">
                <a16:creationId xmlns:a16="http://schemas.microsoft.com/office/drawing/2014/main" id="{1E3E84D1-F6D1-47A2-A527-15FCD29F2C63}"/>
              </a:ext>
            </a:extLst>
          </p:cNvPr>
          <p:cNvGrpSpPr/>
          <p:nvPr/>
        </p:nvGrpSpPr>
        <p:grpSpPr>
          <a:xfrm>
            <a:off x="6888009" y="3275800"/>
            <a:ext cx="3852324" cy="1539162"/>
            <a:chOff x="6570509" y="3139020"/>
            <a:chExt cx="3852324" cy="1539162"/>
          </a:xfrm>
        </p:grpSpPr>
        <p:pic>
          <p:nvPicPr>
            <p:cNvPr id="5" name="그림 4">
              <a:extLst>
                <a:ext uri="{FF2B5EF4-FFF2-40B4-BE49-F238E27FC236}">
                  <a16:creationId xmlns:a16="http://schemas.microsoft.com/office/drawing/2014/main" id="{8710984D-9606-4DEA-8B44-1CFBF64FD356}"/>
                </a:ext>
              </a:extLst>
            </p:cNvPr>
            <p:cNvPicPr>
              <a:picLocks noChangeAspect="1"/>
            </p:cNvPicPr>
            <p:nvPr/>
          </p:nvPicPr>
          <p:blipFill>
            <a:blip r:embed="rId2"/>
            <a:stretch>
              <a:fillRect/>
            </a:stretch>
          </p:blipFill>
          <p:spPr>
            <a:xfrm>
              <a:off x="6796172" y="3807189"/>
              <a:ext cx="3626661" cy="870993"/>
            </a:xfrm>
            <a:prstGeom prst="rect">
              <a:avLst/>
            </a:prstGeom>
          </p:spPr>
        </p:pic>
        <p:sp>
          <p:nvSpPr>
            <p:cNvPr id="15" name="TextBox 14">
              <a:extLst>
                <a:ext uri="{FF2B5EF4-FFF2-40B4-BE49-F238E27FC236}">
                  <a16:creationId xmlns:a16="http://schemas.microsoft.com/office/drawing/2014/main" id="{0C753478-E068-4C55-AF48-23F49B0B7FDD}"/>
                </a:ext>
              </a:extLst>
            </p:cNvPr>
            <p:cNvSpPr txBox="1"/>
            <p:nvPr/>
          </p:nvSpPr>
          <p:spPr>
            <a:xfrm>
              <a:off x="6570509" y="3139020"/>
              <a:ext cx="3801524" cy="369332"/>
            </a:xfrm>
            <a:prstGeom prst="rect">
              <a:avLst/>
            </a:prstGeom>
            <a:noFill/>
          </p:spPr>
          <p:txBody>
            <a:bodyPr wrap="square" rtlCol="0">
              <a:spAutoFit/>
            </a:bodyPr>
            <a:lstStyle/>
            <a:p>
              <a:r>
                <a:rPr lang="en-US" altLang="ko-KR" dirty="0"/>
                <a:t>&lt;</a:t>
              </a:r>
              <a:r>
                <a:rPr lang="ko-KR" altLang="en-US" dirty="0"/>
                <a:t>힌트새의 대답</a:t>
              </a:r>
              <a:r>
                <a:rPr lang="en-US" altLang="ko-KR" dirty="0"/>
                <a:t>&gt;</a:t>
              </a:r>
              <a:endParaRPr lang="ko-KR" altLang="en-US" dirty="0"/>
            </a:p>
          </p:txBody>
        </p:sp>
      </p:grpSp>
      <p:pic>
        <p:nvPicPr>
          <p:cNvPr id="21" name="그림 20">
            <a:extLst>
              <a:ext uri="{FF2B5EF4-FFF2-40B4-BE49-F238E27FC236}">
                <a16:creationId xmlns:a16="http://schemas.microsoft.com/office/drawing/2014/main" id="{B75DDE4B-217E-48B5-A461-FC0101EFD23F}"/>
              </a:ext>
            </a:extLst>
          </p:cNvPr>
          <p:cNvPicPr>
            <a:picLocks noChangeAspect="1"/>
          </p:cNvPicPr>
          <p:nvPr/>
        </p:nvPicPr>
        <p:blipFill>
          <a:blip r:embed="rId3"/>
          <a:stretch>
            <a:fillRect/>
          </a:stretch>
        </p:blipFill>
        <p:spPr>
          <a:xfrm>
            <a:off x="440276" y="3000155"/>
            <a:ext cx="5763429" cy="3143689"/>
          </a:xfrm>
          <a:prstGeom prst="rect">
            <a:avLst/>
          </a:prstGeom>
        </p:spPr>
      </p:pic>
    </p:spTree>
    <p:extLst>
      <p:ext uri="{BB962C8B-B14F-4D97-AF65-F5344CB8AC3E}">
        <p14:creationId xmlns:p14="http://schemas.microsoft.com/office/powerpoint/2010/main" val="2358074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CBD6B-C6AA-7B33-C123-5F7C38708518}"/>
            </a:ext>
          </a:extLst>
        </p:cNvPr>
        <p:cNvGrpSpPr/>
        <p:nvPr/>
      </p:nvGrpSpPr>
      <p:grpSpPr>
        <a:xfrm>
          <a:off x="0" y="0"/>
          <a:ext cx="0" cy="0"/>
          <a:chOff x="0" y="0"/>
          <a:chExt cx="0" cy="0"/>
        </a:xfrm>
      </p:grpSpPr>
      <p:sp>
        <p:nvSpPr>
          <p:cNvPr id="9" name="사각형: 둥근 위쪽 모서리 8">
            <a:extLst>
              <a:ext uri="{FF2B5EF4-FFF2-40B4-BE49-F238E27FC236}">
                <a16:creationId xmlns:a16="http://schemas.microsoft.com/office/drawing/2014/main" id="{FDBE7DDB-CA26-C6A4-C68B-26BA95092C0E}"/>
              </a:ext>
            </a:extLst>
          </p:cNvPr>
          <p:cNvSpPr/>
          <p:nvPr/>
        </p:nvSpPr>
        <p:spPr>
          <a:xfrm rot="5400000">
            <a:off x="-150274" y="149768"/>
            <a:ext cx="1181101" cy="881570"/>
          </a:xfrm>
          <a:custGeom>
            <a:avLst/>
            <a:gdLst>
              <a:gd name="connsiteX0" fmla="*/ 433388 w 866776"/>
              <a:gd name="connsiteY0" fmla="*/ 0 h 881570"/>
              <a:gd name="connsiteX1" fmla="*/ 433388 w 866776"/>
              <a:gd name="connsiteY1" fmla="*/ 0 h 881570"/>
              <a:gd name="connsiteX2" fmla="*/ 866776 w 866776"/>
              <a:gd name="connsiteY2" fmla="*/ 433388 h 881570"/>
              <a:gd name="connsiteX3" fmla="*/ 866776 w 866776"/>
              <a:gd name="connsiteY3" fmla="*/ 881570 h 881570"/>
              <a:gd name="connsiteX4" fmla="*/ 866776 w 866776"/>
              <a:gd name="connsiteY4" fmla="*/ 881570 h 881570"/>
              <a:gd name="connsiteX5" fmla="*/ 0 w 866776"/>
              <a:gd name="connsiteY5" fmla="*/ 881570 h 881570"/>
              <a:gd name="connsiteX6" fmla="*/ 0 w 866776"/>
              <a:gd name="connsiteY6" fmla="*/ 881570 h 881570"/>
              <a:gd name="connsiteX7" fmla="*/ 0 w 866776"/>
              <a:gd name="connsiteY7" fmla="*/ 433388 h 881570"/>
              <a:gd name="connsiteX8" fmla="*/ 433388 w 866776"/>
              <a:gd name="connsiteY8" fmla="*/ 0 h 881570"/>
              <a:gd name="connsiteX0" fmla="*/ 433388 w 1171576"/>
              <a:gd name="connsiteY0" fmla="*/ 0 h 881570"/>
              <a:gd name="connsiteX1" fmla="*/ 433388 w 1171576"/>
              <a:gd name="connsiteY1" fmla="*/ 0 h 881570"/>
              <a:gd name="connsiteX2" fmla="*/ 866776 w 1171576"/>
              <a:gd name="connsiteY2" fmla="*/ 433388 h 881570"/>
              <a:gd name="connsiteX3" fmla="*/ 866776 w 1171576"/>
              <a:gd name="connsiteY3" fmla="*/ 881570 h 881570"/>
              <a:gd name="connsiteX4" fmla="*/ 1171576 w 1171576"/>
              <a:gd name="connsiteY4" fmla="*/ 881570 h 881570"/>
              <a:gd name="connsiteX5" fmla="*/ 0 w 1171576"/>
              <a:gd name="connsiteY5" fmla="*/ 881570 h 881570"/>
              <a:gd name="connsiteX6" fmla="*/ 0 w 1171576"/>
              <a:gd name="connsiteY6" fmla="*/ 881570 h 881570"/>
              <a:gd name="connsiteX7" fmla="*/ 0 w 1171576"/>
              <a:gd name="connsiteY7" fmla="*/ 433388 h 881570"/>
              <a:gd name="connsiteX8" fmla="*/ 433388 w 1171576"/>
              <a:gd name="connsiteY8" fmla="*/ 0 h 881570"/>
              <a:gd name="connsiteX0" fmla="*/ 433388 w 1181101"/>
              <a:gd name="connsiteY0" fmla="*/ 0 h 881570"/>
              <a:gd name="connsiteX1" fmla="*/ 433388 w 1181101"/>
              <a:gd name="connsiteY1" fmla="*/ 0 h 881570"/>
              <a:gd name="connsiteX2" fmla="*/ 866776 w 1181101"/>
              <a:gd name="connsiteY2" fmla="*/ 433388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866776 w 1181101"/>
              <a:gd name="connsiteY2" fmla="*/ 433388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900117 w 1181101"/>
              <a:gd name="connsiteY2" fmla="*/ 438151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 name="connsiteX0" fmla="*/ 433388 w 1181101"/>
              <a:gd name="connsiteY0" fmla="*/ 0 h 881570"/>
              <a:gd name="connsiteX1" fmla="*/ 433388 w 1181101"/>
              <a:gd name="connsiteY1" fmla="*/ 0 h 881570"/>
              <a:gd name="connsiteX2" fmla="*/ 900117 w 1181101"/>
              <a:gd name="connsiteY2" fmla="*/ 438151 h 881570"/>
              <a:gd name="connsiteX3" fmla="*/ 1181101 w 1181101"/>
              <a:gd name="connsiteY3" fmla="*/ 881570 h 881570"/>
              <a:gd name="connsiteX4" fmla="*/ 1171576 w 1181101"/>
              <a:gd name="connsiteY4" fmla="*/ 881570 h 881570"/>
              <a:gd name="connsiteX5" fmla="*/ 0 w 1181101"/>
              <a:gd name="connsiteY5" fmla="*/ 881570 h 881570"/>
              <a:gd name="connsiteX6" fmla="*/ 0 w 1181101"/>
              <a:gd name="connsiteY6" fmla="*/ 881570 h 881570"/>
              <a:gd name="connsiteX7" fmla="*/ 0 w 1181101"/>
              <a:gd name="connsiteY7" fmla="*/ 433388 h 881570"/>
              <a:gd name="connsiteX8" fmla="*/ 433388 w 1181101"/>
              <a:gd name="connsiteY8" fmla="*/ 0 h 881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1101" h="881570">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75250">
                <a:srgbClr val="9CF0BD">
                  <a:alpha val="30000"/>
                </a:srgbClr>
              </a:gs>
              <a:gs pos="16000">
                <a:srgbClr val="98F0BB">
                  <a:alpha val="30000"/>
                </a:srgbClr>
              </a:gs>
              <a:gs pos="0">
                <a:srgbClr val="A9F2C5">
                  <a:alpha val="0"/>
                </a:srgbClr>
              </a:gs>
              <a:gs pos="100000">
                <a:srgbClr val="A9F2C5">
                  <a:alpha val="0"/>
                </a:srgbClr>
              </a:gs>
              <a:gs pos="36000">
                <a:srgbClr val="8EEEB5"/>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nvGrpSpPr>
          <p:cNvPr id="2" name="그룹 1">
            <a:extLst>
              <a:ext uri="{FF2B5EF4-FFF2-40B4-BE49-F238E27FC236}">
                <a16:creationId xmlns:a16="http://schemas.microsoft.com/office/drawing/2014/main" id="{08E2B5E3-CA57-74A1-7B99-5C2506F28866}"/>
              </a:ext>
            </a:extLst>
          </p:cNvPr>
          <p:cNvGrpSpPr/>
          <p:nvPr/>
        </p:nvGrpSpPr>
        <p:grpSpPr>
          <a:xfrm>
            <a:off x="9748971" y="4814962"/>
            <a:ext cx="2797762" cy="2335138"/>
            <a:chOff x="-219662" y="72172"/>
            <a:chExt cx="8130197" cy="6785828"/>
          </a:xfrm>
        </p:grpSpPr>
        <p:sp>
          <p:nvSpPr>
            <p:cNvPr id="7" name="자유형: 도형 6">
              <a:extLst>
                <a:ext uri="{FF2B5EF4-FFF2-40B4-BE49-F238E27FC236}">
                  <a16:creationId xmlns:a16="http://schemas.microsoft.com/office/drawing/2014/main" id="{E96E7F89-9983-D89C-F3C0-9E552D22BF9A}"/>
                </a:ext>
              </a:extLst>
            </p:cNvPr>
            <p:cNvSpPr/>
            <p:nvPr/>
          </p:nvSpPr>
          <p:spPr>
            <a:xfrm>
              <a:off x="-219662" y="3305139"/>
              <a:ext cx="4951874" cy="3552861"/>
            </a:xfrm>
            <a:custGeom>
              <a:avLst/>
              <a:gdLst>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951874"/>
                <a:gd name="connsiteY0" fmla="*/ 196474 h 3552860"/>
                <a:gd name="connsiteX1" fmla="*/ 4819426 w 4951874"/>
                <a:gd name="connsiteY1" fmla="*/ 454658 h 3552860"/>
                <a:gd name="connsiteX2" fmla="*/ 0 w 4951874"/>
                <a:gd name="connsiteY2" fmla="*/ 3552860 h 3552860"/>
              </a:gdLst>
              <a:ahLst/>
              <a:cxnLst>
                <a:cxn ang="0">
                  <a:pos x="connsiteX0" y="connsiteY0"/>
                </a:cxn>
                <a:cxn ang="0">
                  <a:pos x="connsiteX1" y="connsiteY1"/>
                </a:cxn>
                <a:cxn ang="0">
                  <a:pos x="connsiteX2" y="connsiteY2"/>
                </a:cxn>
              </a:cxnLst>
              <a:rect l="l" t="t" r="r" b="b"/>
              <a:pathLst>
                <a:path w="4951874" h="3552860">
                  <a:moveTo>
                    <a:pt x="3205779" y="196474"/>
                  </a:moveTo>
                  <a:cubicBezTo>
                    <a:pt x="4161416" y="-93983"/>
                    <a:pt x="5353722" y="-104740"/>
                    <a:pt x="4819426" y="454658"/>
                  </a:cubicBezTo>
                  <a:cubicBezTo>
                    <a:pt x="4285130" y="1014056"/>
                    <a:pt x="2594386" y="2584671"/>
                    <a:pt x="0" y="3552860"/>
                  </a:cubicBezTo>
                </a:path>
              </a:pathLst>
            </a:custGeom>
            <a:noFill/>
            <a:ln w="596900" cap="rnd">
              <a:gradFill flip="none" rotWithShape="1">
                <a:gsLst>
                  <a:gs pos="20000">
                    <a:srgbClr val="E1F7EA">
                      <a:alpha val="0"/>
                    </a:srgbClr>
                  </a:gs>
                  <a:gs pos="95000">
                    <a:srgbClr val="A9F2C5">
                      <a:alpha val="0"/>
                    </a:srgbClr>
                  </a:gs>
                  <a:gs pos="63000">
                    <a:srgbClr val="8EEEB5"/>
                  </a:gs>
                </a:gsLst>
                <a:lin ang="156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sp>
          <p:nvSpPr>
            <p:cNvPr id="11" name="자유형: 도형 10">
              <a:extLst>
                <a:ext uri="{FF2B5EF4-FFF2-40B4-BE49-F238E27FC236}">
                  <a16:creationId xmlns:a16="http://schemas.microsoft.com/office/drawing/2014/main" id="{007CED34-AD08-2455-001F-E6D28AB70162}"/>
                </a:ext>
              </a:extLst>
            </p:cNvPr>
            <p:cNvSpPr/>
            <p:nvPr/>
          </p:nvSpPr>
          <p:spPr>
            <a:xfrm flipH="1" flipV="1">
              <a:off x="2958661" y="72172"/>
              <a:ext cx="4951874" cy="3552861"/>
            </a:xfrm>
            <a:custGeom>
              <a:avLst/>
              <a:gdLst>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736465"/>
                <a:gd name="connsiteY0" fmla="*/ 339609 h 3695995"/>
                <a:gd name="connsiteX1" fmla="*/ 4582758 w 4736465"/>
                <a:gd name="connsiteY1" fmla="*/ 318094 h 3695995"/>
                <a:gd name="connsiteX2" fmla="*/ 0 w 4736465"/>
                <a:gd name="connsiteY2" fmla="*/ 3695995 h 3695995"/>
                <a:gd name="connsiteX0" fmla="*/ 3205779 w 4951874"/>
                <a:gd name="connsiteY0" fmla="*/ 196474 h 3552860"/>
                <a:gd name="connsiteX1" fmla="*/ 4819426 w 4951874"/>
                <a:gd name="connsiteY1" fmla="*/ 454658 h 3552860"/>
                <a:gd name="connsiteX2" fmla="*/ 0 w 4951874"/>
                <a:gd name="connsiteY2" fmla="*/ 3552860 h 3552860"/>
              </a:gdLst>
              <a:ahLst/>
              <a:cxnLst>
                <a:cxn ang="0">
                  <a:pos x="connsiteX0" y="connsiteY0"/>
                </a:cxn>
                <a:cxn ang="0">
                  <a:pos x="connsiteX1" y="connsiteY1"/>
                </a:cxn>
                <a:cxn ang="0">
                  <a:pos x="connsiteX2" y="connsiteY2"/>
                </a:cxn>
              </a:cxnLst>
              <a:rect l="l" t="t" r="r" b="b"/>
              <a:pathLst>
                <a:path w="4951874" h="3552860">
                  <a:moveTo>
                    <a:pt x="3205779" y="196474"/>
                  </a:moveTo>
                  <a:cubicBezTo>
                    <a:pt x="4161416" y="-93983"/>
                    <a:pt x="5353722" y="-104740"/>
                    <a:pt x="4819426" y="454658"/>
                  </a:cubicBezTo>
                  <a:cubicBezTo>
                    <a:pt x="4285130" y="1014056"/>
                    <a:pt x="2594386" y="2584671"/>
                    <a:pt x="0" y="3552860"/>
                  </a:cubicBezTo>
                </a:path>
              </a:pathLst>
            </a:custGeom>
            <a:noFill/>
            <a:ln w="596900" cap="rnd">
              <a:gradFill flip="none" rotWithShape="1">
                <a:gsLst>
                  <a:gs pos="14000">
                    <a:srgbClr val="E1F7EA">
                      <a:alpha val="39000"/>
                    </a:srgbClr>
                  </a:gs>
                  <a:gs pos="69000">
                    <a:srgbClr val="A9F2C5">
                      <a:alpha val="0"/>
                    </a:srgbClr>
                  </a:gs>
                  <a:gs pos="56000">
                    <a:srgbClr val="8EEEB5">
                      <a:alpha val="36000"/>
                    </a:srgbClr>
                  </a:gs>
                </a:gsLst>
                <a:lin ang="15600000" scaled="0"/>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panose="020F0502020204030204"/>
                <a:ea typeface="맑은 고딕" panose="020B0503020000020004" pitchFamily="50" charset="-127"/>
                <a:cs typeface="+mn-cs"/>
              </a:endParaRPr>
            </a:p>
          </p:txBody>
        </p:sp>
      </p:grpSp>
      <p:sp>
        <p:nvSpPr>
          <p:cNvPr id="3" name="사각형: 둥근 모서리 2">
            <a:extLst>
              <a:ext uri="{FF2B5EF4-FFF2-40B4-BE49-F238E27FC236}">
                <a16:creationId xmlns:a16="http://schemas.microsoft.com/office/drawing/2014/main" id="{59E8231C-3F3F-62FB-380B-03E3647CA4C2}"/>
              </a:ext>
            </a:extLst>
          </p:cNvPr>
          <p:cNvSpPr/>
          <p:nvPr/>
        </p:nvSpPr>
        <p:spPr>
          <a:xfrm>
            <a:off x="209548" y="195355"/>
            <a:ext cx="11707655" cy="461982"/>
          </a:xfrm>
          <a:prstGeom prst="roundRect">
            <a:avLst>
              <a:gd name="adj" fmla="val 18062"/>
            </a:avLst>
          </a:prstGeom>
          <a:solidFill>
            <a:schemeClr val="bg1"/>
          </a:solidFill>
          <a:ln w="9525">
            <a:noFill/>
          </a:ln>
          <a:effectLst>
            <a:outerShdw blurRad="114300" dist="76200" dir="2700000" algn="tl" rotWithShape="0">
              <a:srgbClr val="008375">
                <a:alpha val="7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0975" lvl="0" latinLnBrk="0">
              <a:tabLst>
                <a:tab pos="2603500" algn="l"/>
              </a:tabLst>
              <a:defRPr/>
            </a:pPr>
            <a:r>
              <a:rPr lang="ko-KR" altLang="en-US" sz="1600" b="1" dirty="0">
                <a:solidFill>
                  <a:srgbClr val="008375"/>
                </a:solidFill>
              </a:rPr>
              <a:t>컨셉 스케치 </a:t>
            </a:r>
            <a:r>
              <a:rPr lang="en-US" altLang="ko-KR" sz="1600" b="1" dirty="0">
                <a:solidFill>
                  <a:srgbClr val="008375"/>
                </a:solidFill>
              </a:rPr>
              <a:t>(</a:t>
            </a:r>
            <a:r>
              <a:rPr lang="ko-KR" altLang="en-US" sz="1600" b="1" dirty="0">
                <a:solidFill>
                  <a:srgbClr val="008375"/>
                </a:solidFill>
              </a:rPr>
              <a:t>캐릭터 컨셉</a:t>
            </a:r>
            <a:r>
              <a:rPr lang="en-US" altLang="ko-KR" sz="1600" b="1" dirty="0">
                <a:solidFill>
                  <a:srgbClr val="008375"/>
                </a:solidFill>
              </a:rPr>
              <a:t>)</a:t>
            </a:r>
            <a:endParaRPr lang="ko-KR" altLang="en-US" sz="1600" b="1" dirty="0">
              <a:solidFill>
                <a:srgbClr val="008375"/>
              </a:solidFill>
            </a:endParaRPr>
          </a:p>
        </p:txBody>
      </p:sp>
      <p:sp>
        <p:nvSpPr>
          <p:cNvPr id="6" name="TextBox 5">
            <a:extLst>
              <a:ext uri="{FF2B5EF4-FFF2-40B4-BE49-F238E27FC236}">
                <a16:creationId xmlns:a16="http://schemas.microsoft.com/office/drawing/2014/main" id="{EF986953-5F27-46F5-B299-ACCE0CF53A4B}"/>
              </a:ext>
            </a:extLst>
          </p:cNvPr>
          <p:cNvSpPr txBox="1"/>
          <p:nvPr/>
        </p:nvSpPr>
        <p:spPr>
          <a:xfrm>
            <a:off x="543463" y="1181104"/>
            <a:ext cx="10688129" cy="2277547"/>
          </a:xfrm>
          <a:prstGeom prst="rect">
            <a:avLst/>
          </a:prstGeom>
          <a:noFill/>
        </p:spPr>
        <p:txBody>
          <a:bodyPr wrap="square" rtlCol="0">
            <a:spAutoFit/>
          </a:bodyPr>
          <a:lstStyle/>
          <a:p>
            <a:r>
              <a:rPr lang="ko-KR" altLang="en-US" b="1" dirty="0" err="1"/>
              <a:t>체셔</a:t>
            </a:r>
            <a:endParaRPr lang="en-US" altLang="ko-KR" b="1" dirty="0"/>
          </a:p>
          <a:p>
            <a:endParaRPr lang="en-US" altLang="ko-KR" b="1" dirty="0"/>
          </a:p>
          <a:p>
            <a:r>
              <a:rPr lang="ko-KR" altLang="en-US" sz="1400" dirty="0"/>
              <a:t> 저택 주변에서 사는 새</a:t>
            </a:r>
            <a:r>
              <a:rPr lang="en-US" altLang="ko-KR" sz="1400" dirty="0"/>
              <a:t>. </a:t>
            </a:r>
            <a:r>
              <a:rPr lang="ko-KR" altLang="en-US" sz="1400" dirty="0"/>
              <a:t>저택 주인의 아들이 자신의 다리를 고쳐준 것을 계기로 저택 주변을 계속 맴돌다 저택 주인 아들에게 </a:t>
            </a:r>
            <a:r>
              <a:rPr lang="ko-KR" altLang="en-US" sz="1400" dirty="0" err="1"/>
              <a:t>체셔라는</a:t>
            </a:r>
            <a:r>
              <a:rPr lang="ko-KR" altLang="en-US" sz="1400" dirty="0"/>
              <a:t> 이름을 받게 된다</a:t>
            </a:r>
            <a:r>
              <a:rPr lang="en-US" altLang="ko-KR" sz="1400" dirty="0"/>
              <a:t>. </a:t>
            </a:r>
            <a:r>
              <a:rPr lang="ko-KR" altLang="en-US" sz="1400" dirty="0"/>
              <a:t>저택 주인의 아들이 악마 소환의 첫 번째 제물로 희생되자 저택 주인의 아들의 정신이 </a:t>
            </a:r>
            <a:r>
              <a:rPr lang="ko-KR" altLang="en-US" sz="1400" dirty="0" err="1"/>
              <a:t>체셔의</a:t>
            </a:r>
            <a:r>
              <a:rPr lang="ko-KR" altLang="en-US" sz="1400" dirty="0"/>
              <a:t> 몸에 깃들게 된다</a:t>
            </a:r>
            <a:r>
              <a:rPr lang="en-US" altLang="ko-KR" sz="1400" dirty="0"/>
              <a:t>. </a:t>
            </a:r>
            <a:r>
              <a:rPr lang="ko-KR" altLang="en-US" sz="1400" dirty="0" err="1"/>
              <a:t>체셔의</a:t>
            </a:r>
            <a:r>
              <a:rPr lang="ko-KR" altLang="en-US" sz="1400" dirty="0"/>
              <a:t> 몸에 깃든 저택 주인의 아들은 자신이 주인공에게 아버지를 </a:t>
            </a:r>
            <a:r>
              <a:rPr lang="ko-KR" altLang="en-US" sz="1400" dirty="0" err="1"/>
              <a:t>막아달라고</a:t>
            </a:r>
            <a:r>
              <a:rPr lang="ko-KR" altLang="en-US" sz="1400" dirty="0"/>
              <a:t> 하거나 정상적인 말을 하며 도와주게 된다면 아버지에게 들켜 헛되이 죽게 될 것이 뻔 했기에 자신의 말을 수수께끼로 바꾸어 말하며 저택에서 있었던 일을 파편적으로 나마 알려주거나 몰래 주인공을 도와준다</a:t>
            </a:r>
            <a:r>
              <a:rPr lang="en-US" altLang="ko-KR" sz="1400" dirty="0"/>
              <a:t>.</a:t>
            </a:r>
          </a:p>
          <a:p>
            <a:endParaRPr lang="en-US" altLang="ko-KR" dirty="0"/>
          </a:p>
          <a:p>
            <a:r>
              <a:rPr lang="en-US" altLang="ko-KR" dirty="0"/>
              <a:t> </a:t>
            </a:r>
            <a:endParaRPr lang="ko-KR" altLang="en-US" dirty="0"/>
          </a:p>
        </p:txBody>
      </p:sp>
      <p:pic>
        <p:nvPicPr>
          <p:cNvPr id="8" name="그림 7">
            <a:extLst>
              <a:ext uri="{FF2B5EF4-FFF2-40B4-BE49-F238E27FC236}">
                <a16:creationId xmlns:a16="http://schemas.microsoft.com/office/drawing/2014/main" id="{A69EF939-2274-437C-8A0E-24F7B7761BCE}"/>
              </a:ext>
            </a:extLst>
          </p:cNvPr>
          <p:cNvPicPr>
            <a:picLocks noChangeAspect="1"/>
          </p:cNvPicPr>
          <p:nvPr/>
        </p:nvPicPr>
        <p:blipFill>
          <a:blip r:embed="rId2"/>
          <a:stretch>
            <a:fillRect/>
          </a:stretch>
        </p:blipFill>
        <p:spPr>
          <a:xfrm>
            <a:off x="543463" y="3766974"/>
            <a:ext cx="2581356" cy="2637661"/>
          </a:xfrm>
          <a:prstGeom prst="rect">
            <a:avLst/>
          </a:prstGeom>
        </p:spPr>
      </p:pic>
      <p:sp>
        <p:nvSpPr>
          <p:cNvPr id="10" name="TextBox 9">
            <a:extLst>
              <a:ext uri="{FF2B5EF4-FFF2-40B4-BE49-F238E27FC236}">
                <a16:creationId xmlns:a16="http://schemas.microsoft.com/office/drawing/2014/main" id="{21DDD340-44FA-4576-8BCC-21FE8E90B555}"/>
              </a:ext>
            </a:extLst>
          </p:cNvPr>
          <p:cNvSpPr txBox="1"/>
          <p:nvPr/>
        </p:nvSpPr>
        <p:spPr>
          <a:xfrm>
            <a:off x="345385" y="3273399"/>
            <a:ext cx="7340751" cy="369332"/>
          </a:xfrm>
          <a:prstGeom prst="rect">
            <a:avLst/>
          </a:prstGeom>
          <a:noFill/>
        </p:spPr>
        <p:txBody>
          <a:bodyPr wrap="square" rtlCol="0">
            <a:spAutoFit/>
          </a:bodyPr>
          <a:lstStyle/>
          <a:p>
            <a:r>
              <a:rPr lang="en-US" altLang="ko-KR" dirty="0"/>
              <a:t>&lt;</a:t>
            </a:r>
            <a:r>
              <a:rPr lang="ko-KR" altLang="en-US" dirty="0" err="1"/>
              <a:t>체셔</a:t>
            </a:r>
            <a:r>
              <a:rPr lang="ko-KR" altLang="en-US" dirty="0"/>
              <a:t> 참고 이미지</a:t>
            </a:r>
            <a:r>
              <a:rPr lang="en-US" altLang="ko-KR" dirty="0"/>
              <a:t>&gt;                       &lt;</a:t>
            </a:r>
            <a:r>
              <a:rPr lang="ko-KR" altLang="en-US" dirty="0"/>
              <a:t>저택 주인 아들 참고 이미지</a:t>
            </a:r>
            <a:r>
              <a:rPr lang="en-US" altLang="ko-KR" dirty="0"/>
              <a:t>&gt;</a:t>
            </a:r>
            <a:endParaRPr lang="ko-KR" altLang="en-US" dirty="0"/>
          </a:p>
        </p:txBody>
      </p:sp>
      <p:pic>
        <p:nvPicPr>
          <p:cNvPr id="12" name="그림 11">
            <a:extLst>
              <a:ext uri="{FF2B5EF4-FFF2-40B4-BE49-F238E27FC236}">
                <a16:creationId xmlns:a16="http://schemas.microsoft.com/office/drawing/2014/main" id="{B64E09B1-62C1-4B99-BCEC-6503A6B1B786}"/>
              </a:ext>
            </a:extLst>
          </p:cNvPr>
          <p:cNvPicPr>
            <a:picLocks noChangeAspect="1"/>
          </p:cNvPicPr>
          <p:nvPr/>
        </p:nvPicPr>
        <p:blipFill>
          <a:blip r:embed="rId3"/>
          <a:stretch>
            <a:fillRect/>
          </a:stretch>
        </p:blipFill>
        <p:spPr>
          <a:xfrm>
            <a:off x="4304008" y="3766974"/>
            <a:ext cx="3167038" cy="2443144"/>
          </a:xfrm>
          <a:prstGeom prst="rect">
            <a:avLst/>
          </a:prstGeom>
        </p:spPr>
      </p:pic>
    </p:spTree>
    <p:extLst>
      <p:ext uri="{BB962C8B-B14F-4D97-AF65-F5344CB8AC3E}">
        <p14:creationId xmlns:p14="http://schemas.microsoft.com/office/powerpoint/2010/main" val="3664702674"/>
      </p:ext>
    </p:extLst>
  </p:cSld>
  <p:clrMapOvr>
    <a:masterClrMapping/>
  </p:clrMapOvr>
</p:sld>
</file>

<file path=ppt/theme/theme1.xml><?xml version="1.0" encoding="utf-8"?>
<a:theme xmlns:a="http://schemas.openxmlformats.org/drawingml/2006/main" name="1_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710</TotalTime>
  <Words>1049</Words>
  <Application>Microsoft Office PowerPoint</Application>
  <PresentationFormat>와이드스크린</PresentationFormat>
  <Paragraphs>125</Paragraphs>
  <Slides>13</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13</vt:i4>
      </vt:variant>
    </vt:vector>
  </HeadingPairs>
  <TitlesOfParts>
    <vt:vector size="17" baseType="lpstr">
      <vt:lpstr>Tmon몬소리 Black</vt:lpstr>
      <vt:lpstr>맑은 고딕</vt:lpstr>
      <vt:lpstr>Arial</vt:lpstr>
      <vt:lpstr>1_Office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현석 조</dc:creator>
  <cp:lastModifiedBy>user</cp:lastModifiedBy>
  <cp:revision>46</cp:revision>
  <dcterms:created xsi:type="dcterms:W3CDTF">2025-09-01T05:01:04Z</dcterms:created>
  <dcterms:modified xsi:type="dcterms:W3CDTF">2025-09-16T05:09:00Z</dcterms:modified>
</cp:coreProperties>
</file>