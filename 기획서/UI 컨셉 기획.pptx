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FA9B3-304B-4FF8-8A92-D72B95F85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4E0DDE-2FAF-4BF4-8059-8BBAC1395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6E70D-692F-4CF8-9946-59500D88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B81A0-63D0-41F6-ACA3-DBA9C9F1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D4D2C6-7B7B-4F8E-85BD-AE9D0FAE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59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47A8C-49C2-4AFD-9A59-DDBBD0BD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18157-8938-40B0-AB6E-85EB22201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B9EBEB-FE62-4E37-811F-14DC7A69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493DC5-2C1D-42B2-B569-347539E1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DA928-D658-48B8-940E-C30603AF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28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D9A31-10E6-4B6C-BF9E-448E9C40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0ABF0C-4AB8-44BB-B009-FAD741321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6EFAE-71DE-4C21-9E9A-B4E33B29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BDE4D5-149B-4012-8AA4-75CE96F1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524557-2346-430C-9966-79C6EFB4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66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41648-D6A0-4CEB-B28E-3B889E7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FC68B-E90C-4FC6-BE2B-4D83FA962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48D0B9-8FF0-405C-97F5-73B04B9A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72C29-9039-48BA-A2FA-C73AA32C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F53F27-46E1-48CF-B5A0-6E21C1E14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8937E-9771-4899-A286-6AFBACCE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3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06AA4-D863-4070-A44C-88398382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D5B6F4-3EDC-4B38-BB66-F1468D134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8962BB-C4A5-4B30-8EA4-1DFECC84E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E162A-31FA-4149-B4ED-EAC84CC1A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A44F75-962E-4DE5-88F0-B9CC404F2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049EF2-EB2F-4788-A6FF-0523EFD4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8297D7-A5CE-4932-A146-A55FCF25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1BADC5-D780-4235-A5AE-758BF0DF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3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89EB5-E0D6-401C-AB1A-2DA243D9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2BE4A4-7C51-4D81-AB21-83752102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C77BB3-2C96-4AF7-835E-A90B7FF4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F06F0C-DBF3-4879-988E-B6F06EE4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10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1B4A66-35AD-4F21-8BEE-897CB6C0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0B87A6-77F9-4E7E-8376-A94D7077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96A214-6A8B-47A3-AB63-7F248037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1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5B4C2-0B42-4BDF-9135-2387C62C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6382B4-8989-4F7F-B8B7-5ACA8139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E4B927-D758-41B8-AE41-D64AFB07B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062341-C8FA-437E-AE1B-9C2D6403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E97BFC-FBBE-4DD4-A72E-DD9F217A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0AA9B6-7657-44B4-90A1-20228EB7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8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F7FA2-90F9-4EFB-8832-3A55019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2A9E90-5B0A-402D-8BC7-327C1EBBC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8072BF-48F4-4724-BD8C-9A29D238B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2DA84-5C58-47F0-99C2-416A49E5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BA52F1-0FA4-4E67-9CC5-6589CFD66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B3674E-B627-48D2-8760-FD29F6F1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94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3D54B-EBF6-44BD-9C6A-7C41ACE2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99A62C-3B98-447A-88E9-DC7DEB3BA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F0793-5013-4D80-B413-0E92B660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01570-21E2-4BE9-BB80-7AA6F47C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D2473-F9CF-4850-A1DA-239903C9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29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9BE37F-217B-4ECD-A0AC-7E5F1B0AC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388AF0-9E4E-44B5-8341-7AEE5491C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47580C-45AF-4039-B9E0-72AF9D71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AFEB71-8962-4A3F-B4F7-0711C3F3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7BAF6-367E-498F-8CDC-3F2CDC6D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68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8B63DC-533B-4973-9758-E0EFD910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211BBC-DECF-4B70-BBD3-2F8E4D383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1F2D51-9B04-4F97-ABAD-865EE79A8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8DAB8-D3F7-4E2A-A06B-0AD40384DED5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FAFC4-B1C9-48A1-9B20-541C04E65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2A53A5-7ABD-4E1D-9FB8-F98855ACC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58F77-65D7-409F-BF81-583DCDFF3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99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99145-10D2-428C-B026-3A2E89BD7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 컨셉 기획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B7B05F-BA33-47E0-A95D-22E09D246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김기석</a:t>
            </a:r>
          </a:p>
        </p:txBody>
      </p:sp>
    </p:spTree>
    <p:extLst>
      <p:ext uri="{BB962C8B-B14F-4D97-AF65-F5344CB8AC3E}">
        <p14:creationId xmlns:p14="http://schemas.microsoft.com/office/powerpoint/2010/main" val="211435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D90C0-054A-4750-9A27-D23DB0F2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방에 들어가는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A5BE91-AB41-4427-8E42-9AC215CCE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0" y="2798859"/>
            <a:ext cx="5612958" cy="3417860"/>
          </a:xfrm>
        </p:spPr>
        <p:txBody>
          <a:bodyPr/>
          <a:lstStyle/>
          <a:p>
            <a:r>
              <a:rPr lang="ko-KR" altLang="en-US" dirty="0"/>
              <a:t>방에 들어가는 경우 그 방이 어떤 방인지 가운데 상단에 그 방의 이름을 띄워 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영상 </a:t>
            </a:r>
            <a:r>
              <a:rPr lang="ko-KR" altLang="en-US" dirty="0" err="1"/>
              <a:t>처럼</a:t>
            </a:r>
            <a:r>
              <a:rPr lang="ko-KR" altLang="en-US" dirty="0"/>
              <a:t> 특정 방에 들어갔을 경우 그 곳이 어디인지 알려줌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DE979-A646-43DC-BAAA-45FF2877136F}"/>
              </a:ext>
            </a:extLst>
          </p:cNvPr>
          <p:cNvSpPr txBox="1"/>
          <p:nvPr/>
        </p:nvSpPr>
        <p:spPr>
          <a:xfrm>
            <a:off x="683812" y="1868557"/>
            <a:ext cx="24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예시 영상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7" name="11-ezgif.com-gif-to-mp4-converter">
            <a:hlinkClick r:id="" action="ppaction://media"/>
            <a:extLst>
              <a:ext uri="{FF2B5EF4-FFF2-40B4-BE49-F238E27FC236}">
                <a16:creationId xmlns:a16="http://schemas.microsoft.com/office/drawing/2014/main" id="{9E54A787-650D-4738-99CD-C64540F67C2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3812" y="2798859"/>
            <a:ext cx="4114930" cy="295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0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D90C0-054A-4750-9A27-D23DB0F2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앵무새 </a:t>
            </a:r>
            <a:r>
              <a:rPr lang="ko-KR" altLang="en-US" dirty="0" err="1"/>
              <a:t>체셔와의</a:t>
            </a:r>
            <a:r>
              <a:rPr lang="ko-KR" altLang="en-US" dirty="0"/>
              <a:t> 상호작용 시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393894A-2577-4F95-8444-575C42FB5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12" y="2554356"/>
            <a:ext cx="4338001" cy="1973624"/>
          </a:xfrm>
          <a:solidFill>
            <a:srgbClr val="FF0000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BDE979-A646-43DC-BAAA-45FF2877136F}"/>
              </a:ext>
            </a:extLst>
          </p:cNvPr>
          <p:cNvSpPr txBox="1"/>
          <p:nvPr/>
        </p:nvSpPr>
        <p:spPr>
          <a:xfrm>
            <a:off x="683812" y="1868557"/>
            <a:ext cx="24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예시 이미지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4C542-7D4B-4AA6-9BBF-81E95842174D}"/>
              </a:ext>
            </a:extLst>
          </p:cNvPr>
          <p:cNvSpPr txBox="1"/>
          <p:nvPr/>
        </p:nvSpPr>
        <p:spPr>
          <a:xfrm>
            <a:off x="5494351" y="2690336"/>
            <a:ext cx="63689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가운데에 앵무새인 </a:t>
            </a:r>
            <a:r>
              <a:rPr lang="ko-KR" altLang="en-US" dirty="0" err="1"/>
              <a:t>체셔가</a:t>
            </a:r>
            <a:r>
              <a:rPr lang="ko-KR" altLang="en-US" dirty="0"/>
              <a:t> 위치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대사창은 가운데 하단 보이는 것 </a:t>
            </a:r>
            <a:r>
              <a:rPr lang="ko-KR" altLang="en-US" dirty="0" err="1"/>
              <a:t>처럼</a:t>
            </a:r>
            <a:r>
              <a:rPr lang="ko-KR" altLang="en-US" dirty="0"/>
              <a:t> 배치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붉은 네모 칸에 플레이어의 대사를 적을 </a:t>
            </a:r>
            <a:r>
              <a:rPr lang="en-US" altLang="ko-KR" dirty="0"/>
              <a:t>input field</a:t>
            </a: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7935213A-B1E9-4D16-A790-1A10566D6D5F}"/>
              </a:ext>
            </a:extLst>
          </p:cNvPr>
          <p:cNvSpPr/>
          <p:nvPr/>
        </p:nvSpPr>
        <p:spPr>
          <a:xfrm>
            <a:off x="1828800" y="4301656"/>
            <a:ext cx="1630017" cy="15107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8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E494C-6677-4574-B076-27BFC8B5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전체적인 밝기 </a:t>
            </a:r>
            <a:r>
              <a:rPr lang="en-US" altLang="ko-KR" dirty="0"/>
              <a:t>(</a:t>
            </a:r>
            <a:r>
              <a:rPr lang="ko-KR" altLang="en-US" dirty="0"/>
              <a:t>불 키기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E10114-520B-462C-ADEF-86E874C93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참고 이미지</a:t>
            </a:r>
            <a:r>
              <a:rPr lang="en-US" altLang="ko-KR" dirty="0"/>
              <a:t>]          			</a:t>
            </a:r>
          </a:p>
          <a:p>
            <a:pPr marL="0" indent="0">
              <a:buNone/>
            </a:pPr>
            <a:r>
              <a:rPr lang="en-US" altLang="ko-KR" dirty="0"/>
              <a:t>					   </a:t>
            </a:r>
          </a:p>
          <a:p>
            <a:pPr marL="0" indent="0">
              <a:buNone/>
            </a:pPr>
            <a:r>
              <a:rPr lang="en-US" altLang="ko-KR" dirty="0"/>
              <a:t>  						</a:t>
            </a:r>
            <a:r>
              <a:rPr lang="ko-KR" altLang="en-US" dirty="0"/>
              <a:t>불 키기 전의 이미지와 같이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				</a:t>
            </a:r>
            <a:r>
              <a:rPr lang="ko-KR" altLang="en-US" dirty="0"/>
              <a:t>주인공이 손전등을 가지고 있</a:t>
            </a:r>
            <a:r>
              <a:rPr lang="en-US" altLang="ko-KR" dirty="0"/>
              <a:t>						</a:t>
            </a:r>
            <a:r>
              <a:rPr lang="ko-KR" altLang="en-US" dirty="0"/>
              <a:t>다는 설정 폐기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					</a:t>
            </a:r>
          </a:p>
          <a:p>
            <a:pPr marL="0" indent="0">
              <a:buNone/>
            </a:pPr>
            <a:r>
              <a:rPr lang="en-US" altLang="ko-KR" dirty="0"/>
              <a:t>						-&gt; </a:t>
            </a:r>
            <a:r>
              <a:rPr lang="ko-KR" altLang="en-US" dirty="0"/>
              <a:t>배경 </a:t>
            </a:r>
            <a:r>
              <a:rPr lang="ko-KR" altLang="en-US" dirty="0" err="1"/>
              <a:t>스프라이트를</a:t>
            </a:r>
            <a:r>
              <a:rPr lang="ko-KR" altLang="en-US" dirty="0"/>
              <a:t> </a:t>
            </a:r>
            <a:r>
              <a:rPr lang="en-US" altLang="ko-KR" dirty="0"/>
              <a:t>Light 							Off </a:t>
            </a:r>
            <a:r>
              <a:rPr lang="ko-KR" altLang="en-US" dirty="0"/>
              <a:t>이미지로 변경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670FB4-E28A-4137-86B9-7CC8C1406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67054"/>
            <a:ext cx="4756647" cy="26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5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E494C-6677-4574-B076-27BFC8B5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전체적인 밝기 </a:t>
            </a:r>
            <a:r>
              <a:rPr lang="en-US" altLang="ko-KR" dirty="0"/>
              <a:t>(</a:t>
            </a:r>
            <a:r>
              <a:rPr lang="ko-KR" altLang="en-US" dirty="0"/>
              <a:t>불을 킨 이후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E10114-520B-462C-ADEF-86E874C9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361"/>
            <a:ext cx="4926496" cy="427660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참고 이미지</a:t>
            </a:r>
            <a:r>
              <a:rPr lang="en-US" altLang="ko-KR" dirty="0"/>
              <a:t>]          			</a:t>
            </a:r>
          </a:p>
          <a:p>
            <a:pPr marL="0" indent="0">
              <a:buNone/>
            </a:pPr>
            <a:r>
              <a:rPr lang="en-US" altLang="ko-KR" dirty="0"/>
              <a:t>					   </a:t>
            </a:r>
          </a:p>
          <a:p>
            <a:pPr marL="0" indent="0">
              <a:buNone/>
            </a:pPr>
            <a:r>
              <a:rPr lang="en-US" altLang="ko-KR" dirty="0"/>
              <a:t>  					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670FB4-E28A-4137-86B9-7CC8C1406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67054"/>
            <a:ext cx="4756647" cy="2675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99D500-4E93-4936-84CC-046BF8AE728C}"/>
              </a:ext>
            </a:extLst>
          </p:cNvPr>
          <p:cNvSpPr txBox="1"/>
          <p:nvPr/>
        </p:nvSpPr>
        <p:spPr>
          <a:xfrm>
            <a:off x="6096000" y="3181531"/>
            <a:ext cx="5557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다용도 실의 두꺼비 집을 통해 전기를 올린 상태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-&gt; Light on </a:t>
            </a:r>
            <a:r>
              <a:rPr lang="ko-KR" altLang="en-US" dirty="0" err="1"/>
              <a:t>스프라이트로</a:t>
            </a:r>
            <a:r>
              <a:rPr lang="ko-KR" altLang="en-US" dirty="0"/>
              <a:t> 배경 </a:t>
            </a:r>
            <a:r>
              <a:rPr lang="ko-KR" altLang="en-US" dirty="0" err="1"/>
              <a:t>스프라이트를</a:t>
            </a:r>
            <a:r>
              <a:rPr lang="ko-KR" altLang="en-US" dirty="0"/>
              <a:t> 변경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443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103</Words>
  <Application>Microsoft Office PowerPoint</Application>
  <PresentationFormat>와이드스크린</PresentationFormat>
  <Paragraphs>28</Paragraphs>
  <Slides>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UI 컨셉 기획</vt:lpstr>
      <vt:lpstr>방에 들어가는 경우</vt:lpstr>
      <vt:lpstr>앵무새 체셔와의 상호작용 시</vt:lpstr>
      <vt:lpstr>전체적인 밝기 (불 키기 전)</vt:lpstr>
      <vt:lpstr>전체적인 밝기 (불을 킨 이후)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컨셉 기획</dc:title>
  <dc:creator>user</dc:creator>
  <cp:lastModifiedBy>user</cp:lastModifiedBy>
  <cp:revision>4</cp:revision>
  <dcterms:created xsi:type="dcterms:W3CDTF">2025-10-08T19:18:46Z</dcterms:created>
  <dcterms:modified xsi:type="dcterms:W3CDTF">2025-10-08T19:59:42Z</dcterms:modified>
</cp:coreProperties>
</file>